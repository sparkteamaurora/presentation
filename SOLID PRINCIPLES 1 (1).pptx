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72" r:id="rId2"/>
  </p:sldMasterIdLst>
  <p:notesMasterIdLst>
    <p:notesMasterId r:id="rId11"/>
  </p:notesMasterIdLst>
  <p:sldIdLst>
    <p:sldId id="288" r:id="rId3"/>
    <p:sldId id="260" r:id="rId4"/>
    <p:sldId id="279" r:id="rId5"/>
    <p:sldId id="278" r:id="rId6"/>
    <p:sldId id="287" r:id="rId7"/>
    <p:sldId id="281" r:id="rId8"/>
    <p:sldId id="282" r:id="rId9"/>
    <p:sldId id="289"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681F47-3D07-42AF-A388-97F6DFC1AF07}" v="241" dt="2022-03-28T06:01:15.341"/>
    <p1510:client id="{28D09049-BA53-454C-9401-A635BB927F9D}" v="131" dt="2022-03-29T07:31:22.636"/>
    <p1510:client id="{317DF4B6-2C7D-4B51-87F8-CA84FADBA6EE}" v="11" dt="2022-03-29T08:21:16.128"/>
    <p1510:client id="{358568C9-727A-471A-8B08-6CFBF8EB920C}" v="126" dt="2022-03-29T06:10:48.731"/>
    <p1510:client id="{D707D695-9377-4DE0-8E8B-A36B2D36ED33}" v="59" dt="2022-03-28T04:34:33.7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p:restoredTop sz="94643"/>
  </p:normalViewPr>
  <p:slideViewPr>
    <p:cSldViewPr snapToGrid="0" snapToObjects="1">
      <p:cViewPr varScale="1">
        <p:scale>
          <a:sx n="67" d="100"/>
          <a:sy n="67" d="100"/>
        </p:scale>
        <p:origin x="620" y="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Master" Target="slideMasters/slideMaster2.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rishkumar Ravichandran" userId="ed8f75f4377b81b0" providerId="Windows Live" clId="Web-{317DF4B6-2C7D-4B51-87F8-CA84FADBA6EE}"/>
    <pc:docChg chg="modSld">
      <pc:chgData name="Girishkumar Ravichandran" userId="ed8f75f4377b81b0" providerId="Windows Live" clId="Web-{317DF4B6-2C7D-4B51-87F8-CA84FADBA6EE}" dt="2022-03-29T08:21:16.128" v="8" actId="14100"/>
      <pc:docMkLst>
        <pc:docMk/>
      </pc:docMkLst>
      <pc:sldChg chg="addSp delSp modSp">
        <pc:chgData name="Girishkumar Ravichandran" userId="ed8f75f4377b81b0" providerId="Windows Live" clId="Web-{317DF4B6-2C7D-4B51-87F8-CA84FADBA6EE}" dt="2022-03-29T08:21:16.128" v="8" actId="14100"/>
        <pc:sldMkLst>
          <pc:docMk/>
          <pc:sldMk cId="1917251404" sldId="278"/>
        </pc:sldMkLst>
        <pc:picChg chg="add mod">
          <ac:chgData name="Girishkumar Ravichandran" userId="ed8f75f4377b81b0" providerId="Windows Live" clId="Web-{317DF4B6-2C7D-4B51-87F8-CA84FADBA6EE}" dt="2022-03-29T08:20:18.783" v="2" actId="1076"/>
          <ac:picMkLst>
            <pc:docMk/>
            <pc:sldMk cId="1917251404" sldId="278"/>
            <ac:picMk id="3" creationId="{C8716E49-11BE-C7D4-F648-BD398BDB82D5}"/>
          </ac:picMkLst>
        </pc:picChg>
        <pc:picChg chg="add mod">
          <ac:chgData name="Girishkumar Ravichandran" userId="ed8f75f4377b81b0" providerId="Windows Live" clId="Web-{317DF4B6-2C7D-4B51-87F8-CA84FADBA6EE}" dt="2022-03-29T08:20:50.689" v="5" actId="14100"/>
          <ac:picMkLst>
            <pc:docMk/>
            <pc:sldMk cId="1917251404" sldId="278"/>
            <ac:picMk id="4" creationId="{4C6E90D4-E742-59B6-D549-69987C5BB902}"/>
          </ac:picMkLst>
        </pc:picChg>
        <pc:picChg chg="add mod">
          <ac:chgData name="Girishkumar Ravichandran" userId="ed8f75f4377b81b0" providerId="Windows Live" clId="Web-{317DF4B6-2C7D-4B51-87F8-CA84FADBA6EE}" dt="2022-03-29T08:21:16.128" v="8" actId="14100"/>
          <ac:picMkLst>
            <pc:docMk/>
            <pc:sldMk cId="1917251404" sldId="278"/>
            <ac:picMk id="5" creationId="{E46CEB66-D4E4-BB33-754C-A257137FB932}"/>
          </ac:picMkLst>
        </pc:picChg>
        <pc:picChg chg="del">
          <ac:chgData name="Girishkumar Ravichandran" userId="ed8f75f4377b81b0" providerId="Windows Live" clId="Web-{317DF4B6-2C7D-4B51-87F8-CA84FADBA6EE}" dt="2022-03-29T08:20:15.204" v="0"/>
          <ac:picMkLst>
            <pc:docMk/>
            <pc:sldMk cId="1917251404" sldId="278"/>
            <ac:picMk id="9" creationId="{B2F82FD9-4315-F18F-30F6-A38D83F7219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68C692-5CE6-0540-AC01-6407800CC529}" type="datetimeFigureOut">
              <a:rPr lang="en-US" smtClean="0"/>
              <a:t>3/29/2022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4A6E64-EA6B-144B-94DB-0E60C4F35858}" type="slidenum">
              <a:rPr lang="en-US" smtClean="0"/>
              <a:t>‹#›</a:t>
            </a:fld>
            <a:endParaRPr lang="en-US"/>
          </a:p>
        </p:txBody>
      </p:sp>
    </p:spTree>
    <p:extLst>
      <p:ext uri="{BB962C8B-B14F-4D97-AF65-F5344CB8AC3E}">
        <p14:creationId xmlns:p14="http://schemas.microsoft.com/office/powerpoint/2010/main" val="556015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10"/>
          </p:nvPr>
        </p:nvSpPr>
        <p:spPr/>
        <p:txBody>
          <a:bodyPr/>
          <a:lstStyle/>
          <a:p>
            <a:fld id="{D2CE19CD-2A84-A345-96E6-222E4F41D16D}" type="slidenum">
              <a:rPr lang="pl-PL" smtClean="0"/>
              <a:t>2</a:t>
            </a:fld>
            <a:endParaRPr lang="pl-PL"/>
          </a:p>
        </p:txBody>
      </p:sp>
    </p:spTree>
    <p:extLst>
      <p:ext uri="{BB962C8B-B14F-4D97-AF65-F5344CB8AC3E}">
        <p14:creationId xmlns:p14="http://schemas.microsoft.com/office/powerpoint/2010/main" val="2566139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This slide is</a:t>
            </a:r>
            <a:r>
              <a:rPr lang="en-US" b="0" baseline="0" dirty="0"/>
              <a:t> only for the trainer… You can display the poll from GTM and after the poll is taken, share the result, connect the poll result with the topic. Once done, you can hide the poll so that the PPT is visible. </a:t>
            </a:r>
          </a:p>
          <a:p>
            <a:endParaRPr lang="en-US" b="0" baseline="0" dirty="0"/>
          </a:p>
          <a:p>
            <a:r>
              <a:rPr lang="en-US" b="0" baseline="0" dirty="0"/>
              <a:t>I have created the poll in the GTM webinar.</a:t>
            </a:r>
            <a:endParaRPr lang="en-US" b="0" dirty="0"/>
          </a:p>
        </p:txBody>
      </p:sp>
      <p:sp>
        <p:nvSpPr>
          <p:cNvPr id="4" name="Slide Number Placeholder 3"/>
          <p:cNvSpPr>
            <a:spLocks noGrp="1"/>
          </p:cNvSpPr>
          <p:nvPr>
            <p:ph type="sldNum" sz="quarter" idx="10"/>
          </p:nvPr>
        </p:nvSpPr>
        <p:spPr/>
        <p:txBody>
          <a:bodyPr/>
          <a:lstStyle/>
          <a:p>
            <a:fld id="{D2CE19CD-2A84-A345-96E6-222E4F41D16D}" type="slidenum">
              <a:rPr lang="pl-PL" smtClean="0"/>
              <a:t>3</a:t>
            </a:fld>
            <a:endParaRPr lang="pl-PL"/>
          </a:p>
        </p:txBody>
      </p:sp>
    </p:spTree>
    <p:extLst>
      <p:ext uri="{BB962C8B-B14F-4D97-AF65-F5344CB8AC3E}">
        <p14:creationId xmlns:p14="http://schemas.microsoft.com/office/powerpoint/2010/main" val="21697631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10"/>
          </p:nvPr>
        </p:nvSpPr>
        <p:spPr/>
        <p:txBody>
          <a:bodyPr/>
          <a:lstStyle/>
          <a:p>
            <a:fld id="{D2CE19CD-2A84-A345-96E6-222E4F41D16D}" type="slidenum">
              <a:rPr lang="pl-PL" smtClean="0"/>
              <a:t>4</a:t>
            </a:fld>
            <a:endParaRPr lang="pl-PL"/>
          </a:p>
        </p:txBody>
      </p:sp>
    </p:spTree>
    <p:extLst>
      <p:ext uri="{BB962C8B-B14F-4D97-AF65-F5344CB8AC3E}">
        <p14:creationId xmlns:p14="http://schemas.microsoft.com/office/powerpoint/2010/main" val="22223357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9FE51-C0F1-1D42-B73F-01C09E05626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A73BDE6-8AFD-BA43-8892-C61848E76A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85AA151-AEFE-4049-A258-77C6BC0A3F4F}"/>
              </a:ext>
            </a:extLst>
          </p:cNvPr>
          <p:cNvSpPr>
            <a:spLocks noGrp="1"/>
          </p:cNvSpPr>
          <p:nvPr>
            <p:ph type="dt" sz="half" idx="10"/>
          </p:nvPr>
        </p:nvSpPr>
        <p:spPr/>
        <p:txBody>
          <a:bodyPr/>
          <a:lstStyle/>
          <a:p>
            <a:fld id="{1D269190-6A13-034E-92A6-8400565D510F}" type="datetimeFigureOut">
              <a:rPr lang="en-US" smtClean="0"/>
              <a:t>3/29/2022</a:t>
            </a:fld>
            <a:endParaRPr lang="en-US"/>
          </a:p>
        </p:txBody>
      </p:sp>
      <p:sp>
        <p:nvSpPr>
          <p:cNvPr id="5" name="Footer Placeholder 4">
            <a:extLst>
              <a:ext uri="{FF2B5EF4-FFF2-40B4-BE49-F238E27FC236}">
                <a16:creationId xmlns:a16="http://schemas.microsoft.com/office/drawing/2014/main" id="{66C0802E-607A-4749-A61F-4C33EC6074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3F85DE-C0B9-FE43-91C7-2864AD32782B}"/>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3939809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DE1AD-CBAA-4848-8B6D-F630CB5C55A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503C08F-67AF-964D-AAF9-97DF2FA0E7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7B1789-0EB2-9D4F-883E-9D2E70E6FAB6}"/>
              </a:ext>
            </a:extLst>
          </p:cNvPr>
          <p:cNvSpPr>
            <a:spLocks noGrp="1"/>
          </p:cNvSpPr>
          <p:nvPr>
            <p:ph type="dt" sz="half" idx="10"/>
          </p:nvPr>
        </p:nvSpPr>
        <p:spPr/>
        <p:txBody>
          <a:bodyPr/>
          <a:lstStyle/>
          <a:p>
            <a:fld id="{1D269190-6A13-034E-92A6-8400565D510F}" type="datetimeFigureOut">
              <a:rPr lang="en-US" smtClean="0"/>
              <a:t>3/29/2022</a:t>
            </a:fld>
            <a:endParaRPr lang="en-US"/>
          </a:p>
        </p:txBody>
      </p:sp>
      <p:sp>
        <p:nvSpPr>
          <p:cNvPr id="5" name="Footer Placeholder 4">
            <a:extLst>
              <a:ext uri="{FF2B5EF4-FFF2-40B4-BE49-F238E27FC236}">
                <a16:creationId xmlns:a16="http://schemas.microsoft.com/office/drawing/2014/main" id="{C2352A64-4B0B-984B-B33B-94AD74A3B7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84E82B-61DE-AB40-A6AE-48171FB22491}"/>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23901733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F6729-6AD2-2D43-BF32-7E8CE68753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7065BF7-5C67-2F40-9A4A-82348A2FC11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0DCD2F-98E6-7C43-8636-C16BAC28259C}"/>
              </a:ext>
            </a:extLst>
          </p:cNvPr>
          <p:cNvSpPr>
            <a:spLocks noGrp="1"/>
          </p:cNvSpPr>
          <p:nvPr>
            <p:ph type="dt" sz="half" idx="10"/>
          </p:nvPr>
        </p:nvSpPr>
        <p:spPr/>
        <p:txBody>
          <a:bodyPr/>
          <a:lstStyle/>
          <a:p>
            <a:fld id="{1D269190-6A13-034E-92A6-8400565D510F}" type="datetimeFigureOut">
              <a:rPr lang="en-US" smtClean="0"/>
              <a:t>3/29/2022</a:t>
            </a:fld>
            <a:endParaRPr lang="en-US"/>
          </a:p>
        </p:txBody>
      </p:sp>
      <p:sp>
        <p:nvSpPr>
          <p:cNvPr id="5" name="Footer Placeholder 4">
            <a:extLst>
              <a:ext uri="{FF2B5EF4-FFF2-40B4-BE49-F238E27FC236}">
                <a16:creationId xmlns:a16="http://schemas.microsoft.com/office/drawing/2014/main" id="{6B09252E-FEB9-BC4F-8922-019C05DC76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3F5BB1-3726-6641-9F3F-FD61952E9E96}"/>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9022974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F1C75-D54A-F34F-90AA-C8F7E223F0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9FA77E4-0C1E-284E-8350-6B5721F5D3D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03A4C5F-ED64-C14B-8E79-E98E9AB2C11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DED405B-3ED1-644B-881A-A904ED584EFD}"/>
              </a:ext>
            </a:extLst>
          </p:cNvPr>
          <p:cNvSpPr>
            <a:spLocks noGrp="1"/>
          </p:cNvSpPr>
          <p:nvPr>
            <p:ph type="dt" sz="half" idx="10"/>
          </p:nvPr>
        </p:nvSpPr>
        <p:spPr/>
        <p:txBody>
          <a:bodyPr/>
          <a:lstStyle/>
          <a:p>
            <a:fld id="{1D269190-6A13-034E-92A6-8400565D510F}" type="datetimeFigureOut">
              <a:rPr lang="en-US" smtClean="0"/>
              <a:t>3/29/2022</a:t>
            </a:fld>
            <a:endParaRPr lang="en-US"/>
          </a:p>
        </p:txBody>
      </p:sp>
      <p:sp>
        <p:nvSpPr>
          <p:cNvPr id="6" name="Footer Placeholder 5">
            <a:extLst>
              <a:ext uri="{FF2B5EF4-FFF2-40B4-BE49-F238E27FC236}">
                <a16:creationId xmlns:a16="http://schemas.microsoft.com/office/drawing/2014/main" id="{2EC7CB19-2CC8-3E43-8735-849064AB47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24952C-A5E9-8A46-9602-9EAEE2E6CDCB}"/>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26562986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497CC-597B-7A45-8479-B6A8D9EDFF7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17FE9AD-4AF3-CA49-8CEE-E5ECFAA972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8E0ACDE-ACC3-484B-8188-3344B3AA234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A288EBF-F9C4-5345-891A-B8D0E9BA08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118E19B-E311-AD43-96E0-F990D73E9B0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737C03E-B4DC-B84B-8F32-81AD6FEFA64F}"/>
              </a:ext>
            </a:extLst>
          </p:cNvPr>
          <p:cNvSpPr>
            <a:spLocks noGrp="1"/>
          </p:cNvSpPr>
          <p:nvPr>
            <p:ph type="dt" sz="half" idx="10"/>
          </p:nvPr>
        </p:nvSpPr>
        <p:spPr/>
        <p:txBody>
          <a:bodyPr/>
          <a:lstStyle/>
          <a:p>
            <a:fld id="{1D269190-6A13-034E-92A6-8400565D510F}" type="datetimeFigureOut">
              <a:rPr lang="en-US" smtClean="0"/>
              <a:t>3/29/2022</a:t>
            </a:fld>
            <a:endParaRPr lang="en-US"/>
          </a:p>
        </p:txBody>
      </p:sp>
      <p:sp>
        <p:nvSpPr>
          <p:cNvPr id="8" name="Footer Placeholder 7">
            <a:extLst>
              <a:ext uri="{FF2B5EF4-FFF2-40B4-BE49-F238E27FC236}">
                <a16:creationId xmlns:a16="http://schemas.microsoft.com/office/drawing/2014/main" id="{E798CCF3-6249-6B4C-9F2C-B8220B10F2F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827DBEF-6C3E-4F49-9AA9-25F4D0ED4DA9}"/>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9415640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A80A4-22BE-CE4B-951C-84E43A2E72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3BEFA9F-094E-844B-B146-8018F693941C}"/>
              </a:ext>
            </a:extLst>
          </p:cNvPr>
          <p:cNvSpPr>
            <a:spLocks noGrp="1"/>
          </p:cNvSpPr>
          <p:nvPr>
            <p:ph type="dt" sz="half" idx="10"/>
          </p:nvPr>
        </p:nvSpPr>
        <p:spPr/>
        <p:txBody>
          <a:bodyPr/>
          <a:lstStyle/>
          <a:p>
            <a:fld id="{1D269190-6A13-034E-92A6-8400565D510F}" type="datetimeFigureOut">
              <a:rPr lang="en-US" smtClean="0"/>
              <a:t>3/29/2022</a:t>
            </a:fld>
            <a:endParaRPr lang="en-US"/>
          </a:p>
        </p:txBody>
      </p:sp>
      <p:sp>
        <p:nvSpPr>
          <p:cNvPr id="4" name="Footer Placeholder 3">
            <a:extLst>
              <a:ext uri="{FF2B5EF4-FFF2-40B4-BE49-F238E27FC236}">
                <a16:creationId xmlns:a16="http://schemas.microsoft.com/office/drawing/2014/main" id="{D18FFBAB-9B6B-0949-9413-A1D5C8A4643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8201D0C-DEDF-3241-8D56-0ED8CDAD090D}"/>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21222517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7D4AEA-FB49-7B43-A8D7-6DCF73EFED98}"/>
              </a:ext>
            </a:extLst>
          </p:cNvPr>
          <p:cNvSpPr>
            <a:spLocks noGrp="1"/>
          </p:cNvSpPr>
          <p:nvPr>
            <p:ph type="dt" sz="half" idx="10"/>
          </p:nvPr>
        </p:nvSpPr>
        <p:spPr/>
        <p:txBody>
          <a:bodyPr/>
          <a:lstStyle/>
          <a:p>
            <a:fld id="{1D269190-6A13-034E-92A6-8400565D510F}" type="datetimeFigureOut">
              <a:rPr lang="en-US" smtClean="0"/>
              <a:t>3/29/2022</a:t>
            </a:fld>
            <a:endParaRPr lang="en-US"/>
          </a:p>
        </p:txBody>
      </p:sp>
      <p:sp>
        <p:nvSpPr>
          <p:cNvPr id="3" name="Footer Placeholder 2">
            <a:extLst>
              <a:ext uri="{FF2B5EF4-FFF2-40B4-BE49-F238E27FC236}">
                <a16:creationId xmlns:a16="http://schemas.microsoft.com/office/drawing/2014/main" id="{F87AC87A-8233-904A-A4C3-21F62EFC51B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DE4D83F-9E9B-E043-9925-EBB71DF7407B}"/>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8630622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D7D2E-15DA-B947-92C8-70EEEE0F90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58C49B2-A0AE-7645-9237-C8AF57CFA8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5340312-3DC8-8D47-954C-B69B786A11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B1554B-7E8D-A54F-88D7-3B30BEB02C70}"/>
              </a:ext>
            </a:extLst>
          </p:cNvPr>
          <p:cNvSpPr>
            <a:spLocks noGrp="1"/>
          </p:cNvSpPr>
          <p:nvPr>
            <p:ph type="dt" sz="half" idx="10"/>
          </p:nvPr>
        </p:nvSpPr>
        <p:spPr/>
        <p:txBody>
          <a:bodyPr/>
          <a:lstStyle/>
          <a:p>
            <a:fld id="{1D269190-6A13-034E-92A6-8400565D510F}" type="datetimeFigureOut">
              <a:rPr lang="en-US" smtClean="0"/>
              <a:t>3/29/2022</a:t>
            </a:fld>
            <a:endParaRPr lang="en-US"/>
          </a:p>
        </p:txBody>
      </p:sp>
      <p:sp>
        <p:nvSpPr>
          <p:cNvPr id="6" name="Footer Placeholder 5">
            <a:extLst>
              <a:ext uri="{FF2B5EF4-FFF2-40B4-BE49-F238E27FC236}">
                <a16:creationId xmlns:a16="http://schemas.microsoft.com/office/drawing/2014/main" id="{52A6C95B-2886-EB4E-97CA-32B86F5C9A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2A6FED-D869-C24C-8B4D-4456F05AAFA6}"/>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13512351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B0C29-15B3-424F-A769-6E769220E5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43F0A53-30F9-4F42-B64F-B1966DFA3B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D556C46-EF1B-1044-B8AE-83D3BD0599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606D8C-0F07-DF4C-9B42-7064FE34ED8C}"/>
              </a:ext>
            </a:extLst>
          </p:cNvPr>
          <p:cNvSpPr>
            <a:spLocks noGrp="1"/>
          </p:cNvSpPr>
          <p:nvPr>
            <p:ph type="dt" sz="half" idx="10"/>
          </p:nvPr>
        </p:nvSpPr>
        <p:spPr/>
        <p:txBody>
          <a:bodyPr/>
          <a:lstStyle/>
          <a:p>
            <a:fld id="{1D269190-6A13-034E-92A6-8400565D510F}" type="datetimeFigureOut">
              <a:rPr lang="en-US" smtClean="0"/>
              <a:t>3/29/2022</a:t>
            </a:fld>
            <a:endParaRPr lang="en-US"/>
          </a:p>
        </p:txBody>
      </p:sp>
      <p:sp>
        <p:nvSpPr>
          <p:cNvPr id="6" name="Footer Placeholder 5">
            <a:extLst>
              <a:ext uri="{FF2B5EF4-FFF2-40B4-BE49-F238E27FC236}">
                <a16:creationId xmlns:a16="http://schemas.microsoft.com/office/drawing/2014/main" id="{8C2D546B-1409-A546-9DFF-21B5927DE6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077FE8-33EA-534A-877C-6CE61FA85582}"/>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13006083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B5113-E3D8-E842-959C-CF47E210BDC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6A52F2F-3041-7745-BDA1-2799FA0388E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1B9BE6-ADE0-C14E-BFC4-211E7F3F76E2}"/>
              </a:ext>
            </a:extLst>
          </p:cNvPr>
          <p:cNvSpPr>
            <a:spLocks noGrp="1"/>
          </p:cNvSpPr>
          <p:nvPr>
            <p:ph type="dt" sz="half" idx="10"/>
          </p:nvPr>
        </p:nvSpPr>
        <p:spPr/>
        <p:txBody>
          <a:bodyPr/>
          <a:lstStyle/>
          <a:p>
            <a:fld id="{1D269190-6A13-034E-92A6-8400565D510F}" type="datetimeFigureOut">
              <a:rPr lang="en-US" smtClean="0"/>
              <a:t>3/29/2022</a:t>
            </a:fld>
            <a:endParaRPr lang="en-US"/>
          </a:p>
        </p:txBody>
      </p:sp>
      <p:sp>
        <p:nvSpPr>
          <p:cNvPr id="5" name="Footer Placeholder 4">
            <a:extLst>
              <a:ext uri="{FF2B5EF4-FFF2-40B4-BE49-F238E27FC236}">
                <a16:creationId xmlns:a16="http://schemas.microsoft.com/office/drawing/2014/main" id="{2A3CB5B5-61B2-6641-A7FE-0503903E61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0AA36F-D4C5-D94B-8C7C-512C1797CF40}"/>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10275041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D92F32-EECC-6448-910E-1CB6BB32FAF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B955B58-155A-A745-86A5-20ECD92BE2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27ABDB-F7F7-874C-85C4-6D6BEDBABF35}"/>
              </a:ext>
            </a:extLst>
          </p:cNvPr>
          <p:cNvSpPr>
            <a:spLocks noGrp="1"/>
          </p:cNvSpPr>
          <p:nvPr>
            <p:ph type="dt" sz="half" idx="10"/>
          </p:nvPr>
        </p:nvSpPr>
        <p:spPr/>
        <p:txBody>
          <a:bodyPr/>
          <a:lstStyle/>
          <a:p>
            <a:fld id="{1D269190-6A13-034E-92A6-8400565D510F}" type="datetimeFigureOut">
              <a:rPr lang="en-US" smtClean="0"/>
              <a:t>3/29/2022</a:t>
            </a:fld>
            <a:endParaRPr lang="en-US"/>
          </a:p>
        </p:txBody>
      </p:sp>
      <p:sp>
        <p:nvSpPr>
          <p:cNvPr id="5" name="Footer Placeholder 4">
            <a:extLst>
              <a:ext uri="{FF2B5EF4-FFF2-40B4-BE49-F238E27FC236}">
                <a16:creationId xmlns:a16="http://schemas.microsoft.com/office/drawing/2014/main" id="{15F21BF4-A480-E54F-9C7F-1BF4FACD30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AF0CDB-457D-2048-AE68-D461B4726FA7}"/>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42489126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p:spTree>
      <p:nvGrpSpPr>
        <p:cNvPr id="1" name=""/>
        <p:cNvGrpSpPr/>
        <p:nvPr/>
      </p:nvGrpSpPr>
      <p:grpSpPr>
        <a:xfrm>
          <a:off x="0" y="0"/>
          <a:ext cx="0" cy="0"/>
          <a:chOff x="0" y="0"/>
          <a:chExt cx="0" cy="0"/>
        </a:xfrm>
      </p:grpSpPr>
      <p:sp>
        <p:nvSpPr>
          <p:cNvPr id="9" name="Prostokąt 10">
            <a:extLst>
              <a:ext uri="{FF2B5EF4-FFF2-40B4-BE49-F238E27FC236}">
                <a16:creationId xmlns:a16="http://schemas.microsoft.com/office/drawing/2014/main" id="{81B15575-45F3-B945-95AE-F5EA7EEB2382}"/>
              </a:ext>
            </a:extLst>
          </p:cNvPr>
          <p:cNvSpPr/>
          <p:nvPr userDrawn="1"/>
        </p:nvSpPr>
        <p:spPr>
          <a:xfrm>
            <a:off x="3870251" y="0"/>
            <a:ext cx="8321749" cy="6858000"/>
          </a:xfrm>
          <a:prstGeom prst="rect">
            <a:avLst/>
          </a:prstGeom>
          <a:solidFill>
            <a:srgbClr val="8C5AA5"/>
          </a:solidFill>
          <a:ln>
            <a:noFill/>
          </a:ln>
        </p:spPr>
        <p:style>
          <a:lnRef idx="2">
            <a:schemeClr val="accent1">
              <a:shade val="50000"/>
            </a:schemeClr>
          </a:lnRef>
          <a:fillRef idx="1">
            <a:schemeClr val="accent1"/>
          </a:fillRef>
          <a:effectRef idx="0">
            <a:schemeClr val="accent1"/>
          </a:effectRef>
          <a:fontRef idx="minor">
            <a:schemeClr val="lt1"/>
          </a:fontRef>
        </p:style>
        <p:txBody>
          <a:bodyPr lIns="60469" tIns="30235" rIns="60469" bIns="30235" rtlCol="0" anchor="ctr"/>
          <a:lstStyle/>
          <a:p>
            <a:pPr algn="ctr"/>
            <a:endParaRPr lang="pl-PL" sz="1200"/>
          </a:p>
        </p:txBody>
      </p:sp>
      <p:pic>
        <p:nvPicPr>
          <p:cNvPr id="3" name="Picture 2">
            <a:extLst>
              <a:ext uri="{FF2B5EF4-FFF2-40B4-BE49-F238E27FC236}">
                <a16:creationId xmlns:a16="http://schemas.microsoft.com/office/drawing/2014/main" id="{4D9E4161-4A00-5044-9128-8CF67E311575}"/>
              </a:ext>
            </a:extLst>
          </p:cNvPr>
          <p:cNvPicPr>
            <a:picLocks noChangeAspect="1"/>
          </p:cNvPicPr>
          <p:nvPr userDrawn="1"/>
        </p:nvPicPr>
        <p:blipFill>
          <a:blip r:embed="rId2"/>
          <a:stretch>
            <a:fillRect/>
          </a:stretch>
        </p:blipFill>
        <p:spPr>
          <a:xfrm>
            <a:off x="6449165" y="5940036"/>
            <a:ext cx="3061754" cy="493831"/>
          </a:xfrm>
          <a:prstGeom prst="rect">
            <a:avLst/>
          </a:prstGeom>
        </p:spPr>
      </p:pic>
      <p:sp>
        <p:nvSpPr>
          <p:cNvPr id="15" name="Title 7"/>
          <p:cNvSpPr>
            <a:spLocks noGrp="1"/>
          </p:cNvSpPr>
          <p:nvPr>
            <p:ph type="title" hasCustomPrompt="1"/>
          </p:nvPr>
        </p:nvSpPr>
        <p:spPr>
          <a:xfrm>
            <a:off x="4852727" y="1392762"/>
            <a:ext cx="6304549" cy="1716778"/>
          </a:xfrm>
          <a:prstGeom prst="rect">
            <a:avLst/>
          </a:prstGeom>
          <a:noFill/>
        </p:spPr>
        <p:txBody>
          <a:bodyPr wrap="square" lIns="90704" tIns="45352" rIns="90704" bIns="45352" rtlCol="0" anchor="ctr" anchorCtr="0">
            <a:spAutoFit/>
          </a:bodyPr>
          <a:lstStyle>
            <a:lvl1pPr algn="ctr">
              <a:defRPr lang="uk-UA" sz="5867" b="1">
                <a:solidFill>
                  <a:schemeClr val="bg1"/>
                </a:solidFill>
                <a:latin typeface="Calibri" charset="0"/>
                <a:ea typeface="Calibri" charset="0"/>
                <a:cs typeface="Calibri" charset="0"/>
              </a:defRPr>
            </a:lvl1pPr>
          </a:lstStyle>
          <a:p>
            <a:pPr marL="0" lvl="0"/>
            <a:r>
              <a:rPr lang="pl-PL" dirty="0"/>
              <a:t>Presentation t</a:t>
            </a:r>
            <a:r>
              <a:rPr lang="en-US" dirty="0" err="1"/>
              <a:t>itle</a:t>
            </a:r>
            <a:r>
              <a:rPr lang="en-US" dirty="0"/>
              <a:t> </a:t>
            </a:r>
            <a:br>
              <a:rPr lang="en-US" dirty="0"/>
            </a:br>
            <a:r>
              <a:rPr lang="en-US" dirty="0"/>
              <a:t>goes here</a:t>
            </a:r>
            <a:endParaRPr lang="uk-UA" dirty="0"/>
          </a:p>
        </p:txBody>
      </p:sp>
      <p:sp>
        <p:nvSpPr>
          <p:cNvPr id="21" name="Symbol zastępczy tekstu 20"/>
          <p:cNvSpPr>
            <a:spLocks noGrp="1"/>
          </p:cNvSpPr>
          <p:nvPr>
            <p:ph type="body" sz="quarter" idx="13" hasCustomPrompt="1"/>
          </p:nvPr>
        </p:nvSpPr>
        <p:spPr>
          <a:xfrm>
            <a:off x="6316701" y="3628193"/>
            <a:ext cx="3304117" cy="1411816"/>
          </a:xfrm>
          <a:prstGeom prst="rect">
            <a:avLst/>
          </a:prstGeom>
        </p:spPr>
        <p:txBody>
          <a:bodyPr lIns="90704" tIns="45352" rIns="90704" bIns="45352" anchor="ctr" anchorCtr="0"/>
          <a:lstStyle>
            <a:lvl1pPr marL="0" indent="0" algn="ctr">
              <a:buFontTx/>
              <a:buNone/>
              <a:defRPr sz="2400" baseline="0">
                <a:solidFill>
                  <a:schemeClr val="bg1"/>
                </a:solidFill>
              </a:defRPr>
            </a:lvl1pPr>
            <a:lvl2pPr marL="453541" indent="0">
              <a:buFontTx/>
              <a:buNone/>
              <a:defRPr sz="2933" baseline="0">
                <a:solidFill>
                  <a:schemeClr val="tx2"/>
                </a:solidFill>
              </a:defRPr>
            </a:lvl2pPr>
            <a:lvl3pPr marL="907083" indent="0">
              <a:buFontTx/>
              <a:buNone/>
              <a:defRPr sz="2933" baseline="0">
                <a:solidFill>
                  <a:schemeClr val="tx2"/>
                </a:solidFill>
              </a:defRPr>
            </a:lvl3pPr>
            <a:lvl4pPr marL="1360625" indent="0">
              <a:buFontTx/>
              <a:buNone/>
              <a:defRPr sz="2933" baseline="0">
                <a:solidFill>
                  <a:schemeClr val="tx2"/>
                </a:solidFill>
              </a:defRPr>
            </a:lvl4pPr>
            <a:lvl5pPr marL="1814167" indent="0">
              <a:buFontTx/>
              <a:buNone/>
              <a:defRPr sz="2933" baseline="0">
                <a:solidFill>
                  <a:schemeClr val="tx2"/>
                </a:solidFill>
              </a:defRPr>
            </a:lvl5pPr>
          </a:lstStyle>
          <a:p>
            <a:pPr lvl="0"/>
            <a:r>
              <a:rPr lang="pl-PL" dirty="0" err="1"/>
              <a:t>Date</a:t>
            </a:r>
            <a:r>
              <a:rPr lang="pl-PL" dirty="0"/>
              <a:t> </a:t>
            </a:r>
            <a:r>
              <a:rPr lang="pl-PL" dirty="0" err="1"/>
              <a:t>goes</a:t>
            </a:r>
            <a:r>
              <a:rPr lang="pl-PL" dirty="0"/>
              <a:t> </a:t>
            </a:r>
            <a:r>
              <a:rPr lang="pl-PL" dirty="0" err="1"/>
              <a:t>here</a:t>
            </a:r>
            <a:endParaRPr lang="pl-PL" dirty="0"/>
          </a:p>
        </p:txBody>
      </p:sp>
      <p:sp>
        <p:nvSpPr>
          <p:cNvPr id="39" name="Picture Placeholder 38">
            <a:extLst>
              <a:ext uri="{FF2B5EF4-FFF2-40B4-BE49-F238E27FC236}">
                <a16:creationId xmlns:a16="http://schemas.microsoft.com/office/drawing/2014/main" id="{22A9AAEC-2B60-954B-96DD-3A14026F3288}"/>
              </a:ext>
            </a:extLst>
          </p:cNvPr>
          <p:cNvSpPr>
            <a:spLocks noGrp="1"/>
          </p:cNvSpPr>
          <p:nvPr>
            <p:ph type="pic" sz="quarter" idx="14"/>
          </p:nvPr>
        </p:nvSpPr>
        <p:spPr>
          <a:xfrm>
            <a:off x="0" y="0"/>
            <a:ext cx="3870325" cy="6858000"/>
          </a:xfrm>
          <a:prstGeom prst="rect">
            <a:avLst/>
          </a:prstGeom>
        </p:spPr>
        <p:txBody>
          <a:bodyPr lIns="90704" tIns="45352" rIns="90704" bIns="45352"/>
          <a:lstStyle/>
          <a:p>
            <a:endParaRPr lang="pl-PL"/>
          </a:p>
        </p:txBody>
      </p:sp>
    </p:spTree>
    <p:extLst>
      <p:ext uri="{BB962C8B-B14F-4D97-AF65-F5344CB8AC3E}">
        <p14:creationId xmlns:p14="http://schemas.microsoft.com/office/powerpoint/2010/main" val="97059411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EMPTY WITH TITLE">
    <p:spTree>
      <p:nvGrpSpPr>
        <p:cNvPr id="1" name=""/>
        <p:cNvGrpSpPr/>
        <p:nvPr/>
      </p:nvGrpSpPr>
      <p:grpSpPr>
        <a:xfrm>
          <a:off x="0" y="0"/>
          <a:ext cx="0" cy="0"/>
          <a:chOff x="0" y="0"/>
          <a:chExt cx="0" cy="0"/>
        </a:xfrm>
      </p:grpSpPr>
      <p:sp>
        <p:nvSpPr>
          <p:cNvPr id="7" name="Title 7">
            <a:extLst>
              <a:ext uri="{FF2B5EF4-FFF2-40B4-BE49-F238E27FC236}">
                <a16:creationId xmlns:a16="http://schemas.microsoft.com/office/drawing/2014/main" id="{DCB63A60-0A2F-DB4D-B049-C7C4FF8ED21D}"/>
              </a:ext>
            </a:extLst>
          </p:cNvPr>
          <p:cNvSpPr>
            <a:spLocks noGrp="1"/>
          </p:cNvSpPr>
          <p:nvPr>
            <p:ph type="title" hasCustomPrompt="1"/>
          </p:nvPr>
        </p:nvSpPr>
        <p:spPr>
          <a:xfrm>
            <a:off x="610397" y="546557"/>
            <a:ext cx="10645935" cy="507088"/>
          </a:xfrm>
          <a:prstGeom prst="rect">
            <a:avLst/>
          </a:prstGeom>
          <a:noFill/>
        </p:spPr>
        <p:txBody>
          <a:bodyPr wrap="square" lIns="90704" tIns="45352" rIns="90704" bIns="45352" rtlCol="0" anchor="ctr" anchorCtr="0">
            <a:spAutoFit/>
          </a:bodyPr>
          <a:lstStyle>
            <a:lvl1pPr>
              <a:defRPr lang="uk-UA" sz="3000" b="1">
                <a:latin typeface="Calibri" charset="0"/>
                <a:ea typeface="Calibri" charset="0"/>
                <a:cs typeface="Calibri" charset="0"/>
              </a:defRPr>
            </a:lvl1pPr>
          </a:lstStyle>
          <a:p>
            <a:pPr marL="0" lvl="0"/>
            <a:r>
              <a:rPr lang="en-US" dirty="0"/>
              <a:t>Title goes here</a:t>
            </a:r>
            <a:endParaRPr lang="uk-UA" dirty="0"/>
          </a:p>
        </p:txBody>
      </p:sp>
      <p:cxnSp>
        <p:nvCxnSpPr>
          <p:cNvPr id="13" name="Straight Connector 1">
            <a:extLst>
              <a:ext uri="{FF2B5EF4-FFF2-40B4-BE49-F238E27FC236}">
                <a16:creationId xmlns:a16="http://schemas.microsoft.com/office/drawing/2014/main" id="{CACEC802-F2DC-9F49-B96D-08F142BA932A}"/>
              </a:ext>
            </a:extLst>
          </p:cNvPr>
          <p:cNvCxnSpPr/>
          <p:nvPr userDrawn="1"/>
        </p:nvCxnSpPr>
        <p:spPr>
          <a:xfrm>
            <a:off x="469901" y="457200"/>
            <a:ext cx="0" cy="685800"/>
          </a:xfrm>
          <a:prstGeom prst="line">
            <a:avLst/>
          </a:prstGeom>
          <a:ln w="63500">
            <a:solidFill>
              <a:srgbClr val="81509B"/>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4">
            <a:extLst>
              <a:ext uri="{FF2B5EF4-FFF2-40B4-BE49-F238E27FC236}">
                <a16:creationId xmlns:a16="http://schemas.microsoft.com/office/drawing/2014/main" id="{53F1C73B-9C31-DB47-9899-36D06AE8543C}"/>
              </a:ext>
            </a:extLst>
          </p:cNvPr>
          <p:cNvCxnSpPr/>
          <p:nvPr userDrawn="1"/>
        </p:nvCxnSpPr>
        <p:spPr>
          <a:xfrm>
            <a:off x="469901" y="6124657"/>
            <a:ext cx="0" cy="495300"/>
          </a:xfrm>
          <a:prstGeom prst="line">
            <a:avLst/>
          </a:prstGeom>
          <a:ln w="63500">
            <a:solidFill>
              <a:srgbClr val="81509B"/>
            </a:solidFill>
            <a:headEnd type="none"/>
            <a:tailEnd type="none"/>
          </a:ln>
        </p:spPr>
        <p:style>
          <a:lnRef idx="1">
            <a:schemeClr val="accent1"/>
          </a:lnRef>
          <a:fillRef idx="0">
            <a:schemeClr val="accent1"/>
          </a:fillRef>
          <a:effectRef idx="0">
            <a:schemeClr val="accent1"/>
          </a:effectRef>
          <a:fontRef idx="minor">
            <a:schemeClr val="tx1"/>
          </a:fontRef>
        </p:style>
      </p:cxnSp>
      <p:pic>
        <p:nvPicPr>
          <p:cNvPr id="20" name="Picture 19">
            <a:extLst>
              <a:ext uri="{FF2B5EF4-FFF2-40B4-BE49-F238E27FC236}">
                <a16:creationId xmlns:a16="http://schemas.microsoft.com/office/drawing/2014/main" id="{45F9D735-6908-534F-80BC-360625B39C36}"/>
              </a:ext>
            </a:extLst>
          </p:cNvPr>
          <p:cNvPicPr>
            <a:picLocks noChangeAspect="1"/>
          </p:cNvPicPr>
          <p:nvPr userDrawn="1"/>
        </p:nvPicPr>
        <p:blipFill>
          <a:blip r:embed="rId2"/>
          <a:stretch>
            <a:fillRect/>
          </a:stretch>
        </p:blipFill>
        <p:spPr>
          <a:xfrm>
            <a:off x="693053" y="6124657"/>
            <a:ext cx="1604152" cy="483664"/>
          </a:xfrm>
          <a:prstGeom prst="rect">
            <a:avLst/>
          </a:prstGeom>
        </p:spPr>
      </p:pic>
      <p:sp>
        <p:nvSpPr>
          <p:cNvPr id="21" name="Prostokąt 6">
            <a:extLst>
              <a:ext uri="{FF2B5EF4-FFF2-40B4-BE49-F238E27FC236}">
                <a16:creationId xmlns:a16="http://schemas.microsoft.com/office/drawing/2014/main" id="{53E3127C-A33F-8C40-A146-CFE425A7D5CC}"/>
              </a:ext>
            </a:extLst>
          </p:cNvPr>
          <p:cNvSpPr/>
          <p:nvPr userDrawn="1"/>
        </p:nvSpPr>
        <p:spPr>
          <a:xfrm>
            <a:off x="11718789" y="0"/>
            <a:ext cx="473211" cy="6858000"/>
          </a:xfrm>
          <a:prstGeom prst="rect">
            <a:avLst/>
          </a:prstGeom>
          <a:solidFill>
            <a:srgbClr val="8C5AA5"/>
          </a:solidFill>
          <a:ln>
            <a:noFill/>
          </a:ln>
        </p:spPr>
        <p:style>
          <a:lnRef idx="2">
            <a:schemeClr val="accent1">
              <a:shade val="50000"/>
            </a:schemeClr>
          </a:lnRef>
          <a:fillRef idx="1">
            <a:schemeClr val="accent1"/>
          </a:fillRef>
          <a:effectRef idx="0">
            <a:schemeClr val="accent1"/>
          </a:effectRef>
          <a:fontRef idx="minor">
            <a:schemeClr val="lt1"/>
          </a:fontRef>
        </p:style>
        <p:txBody>
          <a:bodyPr lIns="60469" tIns="30235" rIns="60469" bIns="30235" rtlCol="0" anchor="ctr"/>
          <a:lstStyle/>
          <a:p>
            <a:pPr algn="ctr"/>
            <a:endParaRPr lang="pl-PL" sz="1200"/>
          </a:p>
        </p:txBody>
      </p:sp>
      <p:pic>
        <p:nvPicPr>
          <p:cNvPr id="22" name="Obraz 9">
            <a:extLst>
              <a:ext uri="{FF2B5EF4-FFF2-40B4-BE49-F238E27FC236}">
                <a16:creationId xmlns:a16="http://schemas.microsoft.com/office/drawing/2014/main" id="{EB4B66BA-85FB-2740-B8B5-E4B5CD2A30C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800730" y="200665"/>
            <a:ext cx="342333" cy="377146"/>
          </a:xfrm>
          <a:prstGeom prst="rect">
            <a:avLst/>
          </a:prstGeom>
        </p:spPr>
      </p:pic>
      <p:sp>
        <p:nvSpPr>
          <p:cNvPr id="23" name="Rectangle 22">
            <a:extLst>
              <a:ext uri="{FF2B5EF4-FFF2-40B4-BE49-F238E27FC236}">
                <a16:creationId xmlns:a16="http://schemas.microsoft.com/office/drawing/2014/main" id="{C61A9943-D89F-864D-B1A2-49D9072963BA}"/>
              </a:ext>
            </a:extLst>
          </p:cNvPr>
          <p:cNvSpPr/>
          <p:nvPr userDrawn="1"/>
        </p:nvSpPr>
        <p:spPr>
          <a:xfrm>
            <a:off x="11770366" y="6354321"/>
            <a:ext cx="404248" cy="348383"/>
          </a:xfrm>
          <a:prstGeom prst="rect">
            <a:avLst/>
          </a:prstGeom>
        </p:spPr>
        <p:txBody>
          <a:bodyPr wrap="none" lIns="60469" tIns="30235" rIns="60469" bIns="30235">
            <a:spAutoFit/>
          </a:bodyPr>
          <a:lstStyle/>
          <a:p>
            <a:fld id="{E5B4EB64-54DE-40F8-9354-51A55C032A93}" type="slidenum">
              <a:rPr lang="pl-PL" sz="1867" b="1" smtClean="0">
                <a:solidFill>
                  <a:schemeClr val="bg1"/>
                </a:solidFill>
              </a:rPr>
              <a:pPr/>
              <a:t>‹#›</a:t>
            </a:fld>
            <a:endParaRPr lang="pl-PL" sz="1200"/>
          </a:p>
        </p:txBody>
      </p:sp>
    </p:spTree>
    <p:extLst>
      <p:ext uri="{BB962C8B-B14F-4D97-AF65-F5344CB8AC3E}">
        <p14:creationId xmlns:p14="http://schemas.microsoft.com/office/powerpoint/2010/main" val="205434485"/>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THANK YOU">
    <p:spTree>
      <p:nvGrpSpPr>
        <p:cNvPr id="1" name=""/>
        <p:cNvGrpSpPr/>
        <p:nvPr/>
      </p:nvGrpSpPr>
      <p:grpSpPr>
        <a:xfrm>
          <a:off x="0" y="0"/>
          <a:ext cx="0" cy="0"/>
          <a:chOff x="0" y="0"/>
          <a:chExt cx="0" cy="0"/>
        </a:xfrm>
      </p:grpSpPr>
      <p:sp>
        <p:nvSpPr>
          <p:cNvPr id="30" name="Prostokąt 10">
            <a:extLst>
              <a:ext uri="{FF2B5EF4-FFF2-40B4-BE49-F238E27FC236}">
                <a16:creationId xmlns:a16="http://schemas.microsoft.com/office/drawing/2014/main" id="{8B9F059C-04F3-8746-914A-2F23F849AB26}"/>
              </a:ext>
            </a:extLst>
          </p:cNvPr>
          <p:cNvSpPr/>
          <p:nvPr/>
        </p:nvSpPr>
        <p:spPr>
          <a:xfrm>
            <a:off x="1" y="0"/>
            <a:ext cx="7088373" cy="6858000"/>
          </a:xfrm>
          <a:prstGeom prst="rect">
            <a:avLst/>
          </a:prstGeom>
          <a:solidFill>
            <a:srgbClr val="8C5AA5"/>
          </a:solidFill>
          <a:ln>
            <a:noFill/>
          </a:ln>
        </p:spPr>
        <p:style>
          <a:lnRef idx="2">
            <a:schemeClr val="accent1">
              <a:shade val="50000"/>
            </a:schemeClr>
          </a:lnRef>
          <a:fillRef idx="1">
            <a:schemeClr val="accent1"/>
          </a:fillRef>
          <a:effectRef idx="0">
            <a:schemeClr val="accent1"/>
          </a:effectRef>
          <a:fontRef idx="minor">
            <a:schemeClr val="lt1"/>
          </a:fontRef>
        </p:style>
        <p:txBody>
          <a:bodyPr lIns="60469" tIns="30235" rIns="60469" bIns="30235" rtlCol="0" anchor="ctr"/>
          <a:lstStyle/>
          <a:p>
            <a:pPr algn="ctr"/>
            <a:endParaRPr lang="pl-PL" sz="1200"/>
          </a:p>
        </p:txBody>
      </p:sp>
      <p:sp>
        <p:nvSpPr>
          <p:cNvPr id="34" name="Picture Placeholder 38">
            <a:extLst>
              <a:ext uri="{FF2B5EF4-FFF2-40B4-BE49-F238E27FC236}">
                <a16:creationId xmlns:a16="http://schemas.microsoft.com/office/drawing/2014/main" id="{C3DEE2CE-5ADA-914A-A6D4-402AC05FF6A9}"/>
              </a:ext>
            </a:extLst>
          </p:cNvPr>
          <p:cNvSpPr>
            <a:spLocks noGrp="1"/>
          </p:cNvSpPr>
          <p:nvPr>
            <p:ph type="pic" sz="quarter" idx="14"/>
          </p:nvPr>
        </p:nvSpPr>
        <p:spPr>
          <a:xfrm>
            <a:off x="7088372" y="0"/>
            <a:ext cx="5103629" cy="6858000"/>
          </a:xfrm>
          <a:prstGeom prst="rect">
            <a:avLst/>
          </a:prstGeom>
        </p:spPr>
        <p:txBody>
          <a:bodyPr/>
          <a:lstStyle/>
          <a:p>
            <a:r>
              <a:rPr lang="en-US"/>
              <a:t>Click icon to add picture</a:t>
            </a:r>
            <a:endParaRPr lang="pl-PL"/>
          </a:p>
        </p:txBody>
      </p:sp>
      <p:pic>
        <p:nvPicPr>
          <p:cNvPr id="27" name="Picture 26">
            <a:extLst>
              <a:ext uri="{FF2B5EF4-FFF2-40B4-BE49-F238E27FC236}">
                <a16:creationId xmlns:a16="http://schemas.microsoft.com/office/drawing/2014/main" id="{9D5E7584-F5F1-A84A-8BA2-03533636A742}"/>
              </a:ext>
            </a:extLst>
          </p:cNvPr>
          <p:cNvPicPr>
            <a:picLocks noChangeAspect="1"/>
          </p:cNvPicPr>
          <p:nvPr/>
        </p:nvPicPr>
        <p:blipFill>
          <a:blip r:embed="rId2"/>
          <a:stretch>
            <a:fillRect/>
          </a:stretch>
        </p:blipFill>
        <p:spPr>
          <a:xfrm>
            <a:off x="1635972" y="5130009"/>
            <a:ext cx="3816431" cy="615554"/>
          </a:xfrm>
          <a:prstGeom prst="rect">
            <a:avLst/>
          </a:prstGeom>
        </p:spPr>
      </p:pic>
      <p:sp>
        <p:nvSpPr>
          <p:cNvPr id="28" name="pole tekstowe 1">
            <a:extLst>
              <a:ext uri="{FF2B5EF4-FFF2-40B4-BE49-F238E27FC236}">
                <a16:creationId xmlns:a16="http://schemas.microsoft.com/office/drawing/2014/main" id="{1EBCD86C-CC45-DE44-BB25-964DCBBDDEA4}"/>
              </a:ext>
            </a:extLst>
          </p:cNvPr>
          <p:cNvSpPr txBox="1"/>
          <p:nvPr/>
        </p:nvSpPr>
        <p:spPr>
          <a:xfrm>
            <a:off x="2125234" y="1944817"/>
            <a:ext cx="3303045" cy="738169"/>
          </a:xfrm>
          <a:prstGeom prst="rect">
            <a:avLst/>
          </a:prstGeom>
          <a:noFill/>
        </p:spPr>
        <p:txBody>
          <a:bodyPr wrap="square" lIns="60469" tIns="30235" rIns="60469" bIns="30235" rtlCol="0">
            <a:spAutoFit/>
          </a:bodyPr>
          <a:lstStyle/>
          <a:p>
            <a:r>
              <a:rPr lang="en-US" sz="4400" b="1">
                <a:solidFill>
                  <a:schemeClr val="bg1"/>
                </a:solidFill>
                <a:latin typeface="+mj-lt"/>
              </a:rPr>
              <a:t>Thank you</a:t>
            </a:r>
            <a:endParaRPr lang="pl-PL" sz="4400" b="1">
              <a:solidFill>
                <a:schemeClr val="bg1"/>
              </a:solidFill>
              <a:latin typeface="+mj-lt"/>
            </a:endParaRPr>
          </a:p>
        </p:txBody>
      </p:sp>
      <p:sp>
        <p:nvSpPr>
          <p:cNvPr id="29" name="pole tekstowe 1">
            <a:extLst>
              <a:ext uri="{FF2B5EF4-FFF2-40B4-BE49-F238E27FC236}">
                <a16:creationId xmlns:a16="http://schemas.microsoft.com/office/drawing/2014/main" id="{C8ECBCAB-DBDC-2F41-A995-8A39A948BEC0}"/>
              </a:ext>
            </a:extLst>
          </p:cNvPr>
          <p:cNvSpPr txBox="1"/>
          <p:nvPr/>
        </p:nvSpPr>
        <p:spPr>
          <a:xfrm>
            <a:off x="2141543" y="2565005"/>
            <a:ext cx="3779161" cy="604927"/>
          </a:xfrm>
          <a:prstGeom prst="rect">
            <a:avLst/>
          </a:prstGeom>
          <a:noFill/>
        </p:spPr>
        <p:txBody>
          <a:bodyPr wrap="square" lIns="60469" tIns="30235" rIns="60469" bIns="30235" rtlCol="0">
            <a:spAutoFit/>
          </a:bodyPr>
          <a:lstStyle/>
          <a:p>
            <a:r>
              <a:rPr lang="pl-PL" sz="3534">
                <a:solidFill>
                  <a:schemeClr val="bg1"/>
                </a:solidFill>
              </a:rPr>
              <a:t>for </a:t>
            </a:r>
            <a:r>
              <a:rPr lang="pl-PL" sz="3534" err="1">
                <a:solidFill>
                  <a:schemeClr val="bg1"/>
                </a:solidFill>
              </a:rPr>
              <a:t>your</a:t>
            </a:r>
            <a:r>
              <a:rPr lang="pl-PL" sz="3534">
                <a:solidFill>
                  <a:schemeClr val="bg1"/>
                </a:solidFill>
              </a:rPr>
              <a:t> </a:t>
            </a:r>
            <a:r>
              <a:rPr lang="pl-PL" sz="3534" err="1">
                <a:solidFill>
                  <a:schemeClr val="bg1"/>
                </a:solidFill>
              </a:rPr>
              <a:t>time</a:t>
            </a:r>
            <a:endParaRPr lang="pl-PL" sz="3534">
              <a:solidFill>
                <a:schemeClr val="bg1"/>
              </a:solidFill>
            </a:endParaRPr>
          </a:p>
        </p:txBody>
      </p:sp>
    </p:spTree>
    <p:extLst>
      <p:ext uri="{BB962C8B-B14F-4D97-AF65-F5344CB8AC3E}">
        <p14:creationId xmlns:p14="http://schemas.microsoft.com/office/powerpoint/2010/main" val="361287458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FA714-2835-4A48-BCC2-C29C0BC5F27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CE11406-C609-4B81-B74D-427141F195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6395E70-5074-44A3-8B53-F3F108C63E14}"/>
              </a:ext>
            </a:extLst>
          </p:cNvPr>
          <p:cNvSpPr>
            <a:spLocks noGrp="1"/>
          </p:cNvSpPr>
          <p:nvPr>
            <p:ph type="dt" sz="half" idx="10"/>
          </p:nvPr>
        </p:nvSpPr>
        <p:spPr/>
        <p:txBody>
          <a:bodyPr/>
          <a:lstStyle/>
          <a:p>
            <a:fld id="{B5E8533E-0F61-47D6-BCB3-8A2CCAC03F7C}" type="datetimeFigureOut">
              <a:rPr lang="en-US" smtClean="0"/>
              <a:t>3/29/2022</a:t>
            </a:fld>
            <a:endParaRPr lang="en-US"/>
          </a:p>
        </p:txBody>
      </p:sp>
      <p:sp>
        <p:nvSpPr>
          <p:cNvPr id="5" name="Footer Placeholder 4">
            <a:extLst>
              <a:ext uri="{FF2B5EF4-FFF2-40B4-BE49-F238E27FC236}">
                <a16:creationId xmlns:a16="http://schemas.microsoft.com/office/drawing/2014/main" id="{A4CC52B9-772F-4049-ACA7-65720A66FB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0791CE-744A-41EE-8633-68D7D2FC6F75}"/>
              </a:ext>
            </a:extLst>
          </p:cNvPr>
          <p:cNvSpPr>
            <a:spLocks noGrp="1"/>
          </p:cNvSpPr>
          <p:nvPr>
            <p:ph type="sldNum" sz="quarter" idx="12"/>
          </p:nvPr>
        </p:nvSpPr>
        <p:spPr/>
        <p:txBody>
          <a:bodyPr/>
          <a:lstStyle/>
          <a:p>
            <a:fld id="{9F895D5F-7F3C-49FD-91C0-476A8887DA2D}" type="slidenum">
              <a:rPr lang="en-US" smtClean="0"/>
              <a:t>‹#›</a:t>
            </a:fld>
            <a:endParaRPr lang="en-US"/>
          </a:p>
        </p:txBody>
      </p:sp>
    </p:spTree>
    <p:extLst>
      <p:ext uri="{BB962C8B-B14F-4D97-AF65-F5344CB8AC3E}">
        <p14:creationId xmlns:p14="http://schemas.microsoft.com/office/powerpoint/2010/main" val="11201736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38DA0-B406-4498-9A8E-A790135D82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3B096F-C57B-4530-80D2-8F58EF78B81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BC433D-FE14-4137-953E-50A3B9F2BF6B}"/>
              </a:ext>
            </a:extLst>
          </p:cNvPr>
          <p:cNvSpPr>
            <a:spLocks noGrp="1"/>
          </p:cNvSpPr>
          <p:nvPr>
            <p:ph type="dt" sz="half" idx="10"/>
          </p:nvPr>
        </p:nvSpPr>
        <p:spPr/>
        <p:txBody>
          <a:bodyPr/>
          <a:lstStyle/>
          <a:p>
            <a:fld id="{B5E8533E-0F61-47D6-BCB3-8A2CCAC03F7C}" type="datetimeFigureOut">
              <a:rPr lang="en-US" smtClean="0"/>
              <a:t>3/29/2022</a:t>
            </a:fld>
            <a:endParaRPr lang="en-US"/>
          </a:p>
        </p:txBody>
      </p:sp>
      <p:sp>
        <p:nvSpPr>
          <p:cNvPr id="5" name="Footer Placeholder 4">
            <a:extLst>
              <a:ext uri="{FF2B5EF4-FFF2-40B4-BE49-F238E27FC236}">
                <a16:creationId xmlns:a16="http://schemas.microsoft.com/office/drawing/2014/main" id="{5398F154-F7B0-4986-9CA3-ED8317F313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8D5D86-BBBC-427A-BAF7-9C7C53884C88}"/>
              </a:ext>
            </a:extLst>
          </p:cNvPr>
          <p:cNvSpPr>
            <a:spLocks noGrp="1"/>
          </p:cNvSpPr>
          <p:nvPr>
            <p:ph type="sldNum" sz="quarter" idx="12"/>
          </p:nvPr>
        </p:nvSpPr>
        <p:spPr/>
        <p:txBody>
          <a:bodyPr/>
          <a:lstStyle/>
          <a:p>
            <a:fld id="{9F895D5F-7F3C-49FD-91C0-476A8887DA2D}" type="slidenum">
              <a:rPr lang="en-US" smtClean="0"/>
              <a:t>‹#›</a:t>
            </a:fld>
            <a:endParaRPr lang="en-US"/>
          </a:p>
        </p:txBody>
      </p:sp>
    </p:spTree>
    <p:extLst>
      <p:ext uri="{BB962C8B-B14F-4D97-AF65-F5344CB8AC3E}">
        <p14:creationId xmlns:p14="http://schemas.microsoft.com/office/powerpoint/2010/main" val="3333613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488DB-B53C-4B4A-8DC4-F111B8A1EF0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7DB02C7-13A8-4A8B-AEA5-B28C117BCB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38D4FE-782B-4C64-B6DD-99E70C6D3DA8}"/>
              </a:ext>
            </a:extLst>
          </p:cNvPr>
          <p:cNvSpPr>
            <a:spLocks noGrp="1"/>
          </p:cNvSpPr>
          <p:nvPr>
            <p:ph type="dt" sz="half" idx="10"/>
          </p:nvPr>
        </p:nvSpPr>
        <p:spPr/>
        <p:txBody>
          <a:bodyPr/>
          <a:lstStyle/>
          <a:p>
            <a:fld id="{B5E8533E-0F61-47D6-BCB3-8A2CCAC03F7C}" type="datetimeFigureOut">
              <a:rPr lang="en-US" smtClean="0"/>
              <a:t>3/29/2022</a:t>
            </a:fld>
            <a:endParaRPr lang="en-US"/>
          </a:p>
        </p:txBody>
      </p:sp>
      <p:sp>
        <p:nvSpPr>
          <p:cNvPr id="5" name="Footer Placeholder 4">
            <a:extLst>
              <a:ext uri="{FF2B5EF4-FFF2-40B4-BE49-F238E27FC236}">
                <a16:creationId xmlns:a16="http://schemas.microsoft.com/office/drawing/2014/main" id="{F2213E1C-9157-4E47-9451-8CE6DFF60B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BAF269-2CFC-4481-8FE8-0F1EFF5737CA}"/>
              </a:ext>
            </a:extLst>
          </p:cNvPr>
          <p:cNvSpPr>
            <a:spLocks noGrp="1"/>
          </p:cNvSpPr>
          <p:nvPr>
            <p:ph type="sldNum" sz="quarter" idx="12"/>
          </p:nvPr>
        </p:nvSpPr>
        <p:spPr/>
        <p:txBody>
          <a:bodyPr/>
          <a:lstStyle/>
          <a:p>
            <a:fld id="{9F895D5F-7F3C-49FD-91C0-476A8887DA2D}" type="slidenum">
              <a:rPr lang="en-US" smtClean="0"/>
              <a:t>‹#›</a:t>
            </a:fld>
            <a:endParaRPr lang="en-US"/>
          </a:p>
        </p:txBody>
      </p:sp>
    </p:spTree>
    <p:extLst>
      <p:ext uri="{BB962C8B-B14F-4D97-AF65-F5344CB8AC3E}">
        <p14:creationId xmlns:p14="http://schemas.microsoft.com/office/powerpoint/2010/main" val="15520247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D49EE-3B59-4F5F-8086-75CD327075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8144AC-1BEA-48A5-8DF9-8DA73090062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3AB5BA7-6B21-4BA2-BC0A-9B1B7F264E6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25AA842-7A98-4ACF-9DE7-187DA01E486B}"/>
              </a:ext>
            </a:extLst>
          </p:cNvPr>
          <p:cNvSpPr>
            <a:spLocks noGrp="1"/>
          </p:cNvSpPr>
          <p:nvPr>
            <p:ph type="dt" sz="half" idx="10"/>
          </p:nvPr>
        </p:nvSpPr>
        <p:spPr/>
        <p:txBody>
          <a:bodyPr/>
          <a:lstStyle/>
          <a:p>
            <a:fld id="{B5E8533E-0F61-47D6-BCB3-8A2CCAC03F7C}" type="datetimeFigureOut">
              <a:rPr lang="en-US" smtClean="0"/>
              <a:t>3/29/2022</a:t>
            </a:fld>
            <a:endParaRPr lang="en-US"/>
          </a:p>
        </p:txBody>
      </p:sp>
      <p:sp>
        <p:nvSpPr>
          <p:cNvPr id="6" name="Footer Placeholder 5">
            <a:extLst>
              <a:ext uri="{FF2B5EF4-FFF2-40B4-BE49-F238E27FC236}">
                <a16:creationId xmlns:a16="http://schemas.microsoft.com/office/drawing/2014/main" id="{1C3C8B99-532C-41EA-833A-C90F25BABF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B84B4D-0DCF-4954-9FA5-E2AB4FE3B375}"/>
              </a:ext>
            </a:extLst>
          </p:cNvPr>
          <p:cNvSpPr>
            <a:spLocks noGrp="1"/>
          </p:cNvSpPr>
          <p:nvPr>
            <p:ph type="sldNum" sz="quarter" idx="12"/>
          </p:nvPr>
        </p:nvSpPr>
        <p:spPr/>
        <p:txBody>
          <a:bodyPr/>
          <a:lstStyle/>
          <a:p>
            <a:fld id="{9F895D5F-7F3C-49FD-91C0-476A8887DA2D}" type="slidenum">
              <a:rPr lang="en-US" smtClean="0"/>
              <a:t>‹#›</a:t>
            </a:fld>
            <a:endParaRPr lang="en-US"/>
          </a:p>
        </p:txBody>
      </p:sp>
    </p:spTree>
    <p:extLst>
      <p:ext uri="{BB962C8B-B14F-4D97-AF65-F5344CB8AC3E}">
        <p14:creationId xmlns:p14="http://schemas.microsoft.com/office/powerpoint/2010/main" val="35642174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6572D-ECDC-4670-AD96-4F570265A55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61FC1AC-A7F5-4952-B13B-697324CCA6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426D54-D2F2-4DA8-81DC-B88F67C5B36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884E9D-B094-45FD-8D3B-E1B7BAAA8E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46E6CC8-474C-491F-83D0-5AB4A7A3BB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568F05-C55A-498C-9397-CE223842C730}"/>
              </a:ext>
            </a:extLst>
          </p:cNvPr>
          <p:cNvSpPr>
            <a:spLocks noGrp="1"/>
          </p:cNvSpPr>
          <p:nvPr>
            <p:ph type="dt" sz="half" idx="10"/>
          </p:nvPr>
        </p:nvSpPr>
        <p:spPr/>
        <p:txBody>
          <a:bodyPr/>
          <a:lstStyle/>
          <a:p>
            <a:fld id="{B5E8533E-0F61-47D6-BCB3-8A2CCAC03F7C}" type="datetimeFigureOut">
              <a:rPr lang="en-US" smtClean="0"/>
              <a:t>3/29/2022</a:t>
            </a:fld>
            <a:endParaRPr lang="en-US"/>
          </a:p>
        </p:txBody>
      </p:sp>
      <p:sp>
        <p:nvSpPr>
          <p:cNvPr id="8" name="Footer Placeholder 7">
            <a:extLst>
              <a:ext uri="{FF2B5EF4-FFF2-40B4-BE49-F238E27FC236}">
                <a16:creationId xmlns:a16="http://schemas.microsoft.com/office/drawing/2014/main" id="{A7FAAA4A-0C5A-463B-9DB2-196372046B9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E847B54-08DA-466D-9D22-29307B808D3D}"/>
              </a:ext>
            </a:extLst>
          </p:cNvPr>
          <p:cNvSpPr>
            <a:spLocks noGrp="1"/>
          </p:cNvSpPr>
          <p:nvPr>
            <p:ph type="sldNum" sz="quarter" idx="12"/>
          </p:nvPr>
        </p:nvSpPr>
        <p:spPr/>
        <p:txBody>
          <a:bodyPr/>
          <a:lstStyle/>
          <a:p>
            <a:fld id="{9F895D5F-7F3C-49FD-91C0-476A8887DA2D}" type="slidenum">
              <a:rPr lang="en-US" smtClean="0"/>
              <a:t>‹#›</a:t>
            </a:fld>
            <a:endParaRPr lang="en-US"/>
          </a:p>
        </p:txBody>
      </p:sp>
    </p:spTree>
    <p:extLst>
      <p:ext uri="{BB962C8B-B14F-4D97-AF65-F5344CB8AC3E}">
        <p14:creationId xmlns:p14="http://schemas.microsoft.com/office/powerpoint/2010/main" val="36159517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F5A84-6DD9-4DFE-8D01-C0BD509E16E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E7FE369-C4F4-48A3-BAA2-BA2A3558B899}"/>
              </a:ext>
            </a:extLst>
          </p:cNvPr>
          <p:cNvSpPr>
            <a:spLocks noGrp="1"/>
          </p:cNvSpPr>
          <p:nvPr>
            <p:ph type="dt" sz="half" idx="10"/>
          </p:nvPr>
        </p:nvSpPr>
        <p:spPr/>
        <p:txBody>
          <a:bodyPr/>
          <a:lstStyle/>
          <a:p>
            <a:fld id="{B5E8533E-0F61-47D6-BCB3-8A2CCAC03F7C}" type="datetimeFigureOut">
              <a:rPr lang="en-US" smtClean="0"/>
              <a:t>3/29/2022</a:t>
            </a:fld>
            <a:endParaRPr lang="en-US"/>
          </a:p>
        </p:txBody>
      </p:sp>
      <p:sp>
        <p:nvSpPr>
          <p:cNvPr id="4" name="Footer Placeholder 3">
            <a:extLst>
              <a:ext uri="{FF2B5EF4-FFF2-40B4-BE49-F238E27FC236}">
                <a16:creationId xmlns:a16="http://schemas.microsoft.com/office/drawing/2014/main" id="{6B72F975-1EEB-44C2-87A7-DDB95EB89DC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713CA3E-5B74-4D5B-BF59-EAA7AB895C9D}"/>
              </a:ext>
            </a:extLst>
          </p:cNvPr>
          <p:cNvSpPr>
            <a:spLocks noGrp="1"/>
          </p:cNvSpPr>
          <p:nvPr>
            <p:ph type="sldNum" sz="quarter" idx="12"/>
          </p:nvPr>
        </p:nvSpPr>
        <p:spPr/>
        <p:txBody>
          <a:bodyPr/>
          <a:lstStyle/>
          <a:p>
            <a:fld id="{9F895D5F-7F3C-49FD-91C0-476A8887DA2D}" type="slidenum">
              <a:rPr lang="en-US" smtClean="0"/>
              <a:t>‹#›</a:t>
            </a:fld>
            <a:endParaRPr lang="en-US"/>
          </a:p>
        </p:txBody>
      </p:sp>
    </p:spTree>
    <p:extLst>
      <p:ext uri="{BB962C8B-B14F-4D97-AF65-F5344CB8AC3E}">
        <p14:creationId xmlns:p14="http://schemas.microsoft.com/office/powerpoint/2010/main" val="32876799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B7A9B8-3CC6-4A30-845E-AD95B81D45D1}"/>
              </a:ext>
            </a:extLst>
          </p:cNvPr>
          <p:cNvSpPr>
            <a:spLocks noGrp="1"/>
          </p:cNvSpPr>
          <p:nvPr>
            <p:ph type="dt" sz="half" idx="10"/>
          </p:nvPr>
        </p:nvSpPr>
        <p:spPr/>
        <p:txBody>
          <a:bodyPr/>
          <a:lstStyle/>
          <a:p>
            <a:fld id="{B5E8533E-0F61-47D6-BCB3-8A2CCAC03F7C}" type="datetimeFigureOut">
              <a:rPr lang="en-US" smtClean="0"/>
              <a:t>3/29/2022</a:t>
            </a:fld>
            <a:endParaRPr lang="en-US"/>
          </a:p>
        </p:txBody>
      </p:sp>
      <p:sp>
        <p:nvSpPr>
          <p:cNvPr id="3" name="Footer Placeholder 2">
            <a:extLst>
              <a:ext uri="{FF2B5EF4-FFF2-40B4-BE49-F238E27FC236}">
                <a16:creationId xmlns:a16="http://schemas.microsoft.com/office/drawing/2014/main" id="{D4D2D6D3-00CB-49BC-87BA-424808921AE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CACF291-C6E2-4CF1-B8FD-8729FDEE33C2}"/>
              </a:ext>
            </a:extLst>
          </p:cNvPr>
          <p:cNvSpPr>
            <a:spLocks noGrp="1"/>
          </p:cNvSpPr>
          <p:nvPr>
            <p:ph type="sldNum" sz="quarter" idx="12"/>
          </p:nvPr>
        </p:nvSpPr>
        <p:spPr/>
        <p:txBody>
          <a:bodyPr/>
          <a:lstStyle/>
          <a:p>
            <a:fld id="{9F895D5F-7F3C-49FD-91C0-476A8887DA2D}" type="slidenum">
              <a:rPr lang="en-US" smtClean="0"/>
              <a:t>‹#›</a:t>
            </a:fld>
            <a:endParaRPr lang="en-US"/>
          </a:p>
        </p:txBody>
      </p:sp>
    </p:spTree>
    <p:extLst>
      <p:ext uri="{BB962C8B-B14F-4D97-AF65-F5344CB8AC3E}">
        <p14:creationId xmlns:p14="http://schemas.microsoft.com/office/powerpoint/2010/main" val="9454069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C837E-3658-423D-AAB0-EDE686C6F8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B9DC390-49EB-4CE9-ACDA-8A1DF96F6D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3B5A70E-A4C8-4E27-84E8-6AA0629883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1C88A6-B9F2-41D2-AB95-0443A0B50DD7}"/>
              </a:ext>
            </a:extLst>
          </p:cNvPr>
          <p:cNvSpPr>
            <a:spLocks noGrp="1"/>
          </p:cNvSpPr>
          <p:nvPr>
            <p:ph type="dt" sz="half" idx="10"/>
          </p:nvPr>
        </p:nvSpPr>
        <p:spPr/>
        <p:txBody>
          <a:bodyPr/>
          <a:lstStyle/>
          <a:p>
            <a:fld id="{B5E8533E-0F61-47D6-BCB3-8A2CCAC03F7C}" type="datetimeFigureOut">
              <a:rPr lang="en-US" smtClean="0"/>
              <a:t>3/29/2022</a:t>
            </a:fld>
            <a:endParaRPr lang="en-US"/>
          </a:p>
        </p:txBody>
      </p:sp>
      <p:sp>
        <p:nvSpPr>
          <p:cNvPr id="6" name="Footer Placeholder 5">
            <a:extLst>
              <a:ext uri="{FF2B5EF4-FFF2-40B4-BE49-F238E27FC236}">
                <a16:creationId xmlns:a16="http://schemas.microsoft.com/office/drawing/2014/main" id="{1F5B77FB-94DE-4F65-8EDF-EAB096D0CC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6CB576-2092-4839-B4B8-BB0D272D717F}"/>
              </a:ext>
            </a:extLst>
          </p:cNvPr>
          <p:cNvSpPr>
            <a:spLocks noGrp="1"/>
          </p:cNvSpPr>
          <p:nvPr>
            <p:ph type="sldNum" sz="quarter" idx="12"/>
          </p:nvPr>
        </p:nvSpPr>
        <p:spPr/>
        <p:txBody>
          <a:bodyPr/>
          <a:lstStyle/>
          <a:p>
            <a:fld id="{9F895D5F-7F3C-49FD-91C0-476A8887DA2D}" type="slidenum">
              <a:rPr lang="en-US" smtClean="0"/>
              <a:t>‹#›</a:t>
            </a:fld>
            <a:endParaRPr lang="en-US"/>
          </a:p>
        </p:txBody>
      </p:sp>
    </p:spTree>
    <p:extLst>
      <p:ext uri="{BB962C8B-B14F-4D97-AF65-F5344CB8AC3E}">
        <p14:creationId xmlns:p14="http://schemas.microsoft.com/office/powerpoint/2010/main" val="37982731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4FD19-A425-4758-BACC-759FD506B2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D5E4433-5522-4D28-9332-3D09767B16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FD6767D-A22F-477D-8221-2C4D97F3D5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D73B46-9D28-4E8C-B0AA-7642DB9A4602}"/>
              </a:ext>
            </a:extLst>
          </p:cNvPr>
          <p:cNvSpPr>
            <a:spLocks noGrp="1"/>
          </p:cNvSpPr>
          <p:nvPr>
            <p:ph type="dt" sz="half" idx="10"/>
          </p:nvPr>
        </p:nvSpPr>
        <p:spPr/>
        <p:txBody>
          <a:bodyPr/>
          <a:lstStyle/>
          <a:p>
            <a:fld id="{B5E8533E-0F61-47D6-BCB3-8A2CCAC03F7C}" type="datetimeFigureOut">
              <a:rPr lang="en-US" smtClean="0"/>
              <a:t>3/29/2022</a:t>
            </a:fld>
            <a:endParaRPr lang="en-US"/>
          </a:p>
        </p:txBody>
      </p:sp>
      <p:sp>
        <p:nvSpPr>
          <p:cNvPr id="6" name="Footer Placeholder 5">
            <a:extLst>
              <a:ext uri="{FF2B5EF4-FFF2-40B4-BE49-F238E27FC236}">
                <a16:creationId xmlns:a16="http://schemas.microsoft.com/office/drawing/2014/main" id="{B5FD4D31-AD67-4074-9B00-F2F0FE17E8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7CCC66-62AC-4E81-B8E4-D0C6DC30E1CD}"/>
              </a:ext>
            </a:extLst>
          </p:cNvPr>
          <p:cNvSpPr>
            <a:spLocks noGrp="1"/>
          </p:cNvSpPr>
          <p:nvPr>
            <p:ph type="sldNum" sz="quarter" idx="12"/>
          </p:nvPr>
        </p:nvSpPr>
        <p:spPr/>
        <p:txBody>
          <a:bodyPr/>
          <a:lstStyle/>
          <a:p>
            <a:fld id="{9F895D5F-7F3C-49FD-91C0-476A8887DA2D}" type="slidenum">
              <a:rPr lang="en-US" smtClean="0"/>
              <a:t>‹#›</a:t>
            </a:fld>
            <a:endParaRPr lang="en-US"/>
          </a:p>
        </p:txBody>
      </p:sp>
    </p:spTree>
    <p:extLst>
      <p:ext uri="{BB962C8B-B14F-4D97-AF65-F5344CB8AC3E}">
        <p14:creationId xmlns:p14="http://schemas.microsoft.com/office/powerpoint/2010/main" val="40029681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0C4C2-7686-4440-90A3-BFF5DDFC2FE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053B3A6-6C49-47BA-8C8C-6E6E82DC9AF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BDF99D-BCF5-4FCC-B806-8F4AB4EA0336}"/>
              </a:ext>
            </a:extLst>
          </p:cNvPr>
          <p:cNvSpPr>
            <a:spLocks noGrp="1"/>
          </p:cNvSpPr>
          <p:nvPr>
            <p:ph type="dt" sz="half" idx="10"/>
          </p:nvPr>
        </p:nvSpPr>
        <p:spPr/>
        <p:txBody>
          <a:bodyPr/>
          <a:lstStyle/>
          <a:p>
            <a:fld id="{B5E8533E-0F61-47D6-BCB3-8A2CCAC03F7C}" type="datetimeFigureOut">
              <a:rPr lang="en-US" smtClean="0"/>
              <a:t>3/29/2022</a:t>
            </a:fld>
            <a:endParaRPr lang="en-US"/>
          </a:p>
        </p:txBody>
      </p:sp>
      <p:sp>
        <p:nvSpPr>
          <p:cNvPr id="5" name="Footer Placeholder 4">
            <a:extLst>
              <a:ext uri="{FF2B5EF4-FFF2-40B4-BE49-F238E27FC236}">
                <a16:creationId xmlns:a16="http://schemas.microsoft.com/office/drawing/2014/main" id="{A5C092FE-1086-4E42-B3B7-80B598EF9A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5BA2A7-6D53-41DB-B52E-939B28D99C3A}"/>
              </a:ext>
            </a:extLst>
          </p:cNvPr>
          <p:cNvSpPr>
            <a:spLocks noGrp="1"/>
          </p:cNvSpPr>
          <p:nvPr>
            <p:ph type="sldNum" sz="quarter" idx="12"/>
          </p:nvPr>
        </p:nvSpPr>
        <p:spPr/>
        <p:txBody>
          <a:bodyPr/>
          <a:lstStyle/>
          <a:p>
            <a:fld id="{9F895D5F-7F3C-49FD-91C0-476A8887DA2D}" type="slidenum">
              <a:rPr lang="en-US" smtClean="0"/>
              <a:t>‹#›</a:t>
            </a:fld>
            <a:endParaRPr lang="en-US"/>
          </a:p>
        </p:txBody>
      </p:sp>
    </p:spTree>
    <p:extLst>
      <p:ext uri="{BB962C8B-B14F-4D97-AF65-F5344CB8AC3E}">
        <p14:creationId xmlns:p14="http://schemas.microsoft.com/office/powerpoint/2010/main" val="350174200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B6A2DF-C98E-4E86-B9BA-B8FC920331A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6CE3061-2DAD-433C-8EE4-DF56A8E045C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E5D294-FC22-4AAA-BA3C-58230801C83E}"/>
              </a:ext>
            </a:extLst>
          </p:cNvPr>
          <p:cNvSpPr>
            <a:spLocks noGrp="1"/>
          </p:cNvSpPr>
          <p:nvPr>
            <p:ph type="dt" sz="half" idx="10"/>
          </p:nvPr>
        </p:nvSpPr>
        <p:spPr/>
        <p:txBody>
          <a:bodyPr/>
          <a:lstStyle/>
          <a:p>
            <a:fld id="{B5E8533E-0F61-47D6-BCB3-8A2CCAC03F7C}" type="datetimeFigureOut">
              <a:rPr lang="en-US" smtClean="0"/>
              <a:t>3/29/2022</a:t>
            </a:fld>
            <a:endParaRPr lang="en-US"/>
          </a:p>
        </p:txBody>
      </p:sp>
      <p:sp>
        <p:nvSpPr>
          <p:cNvPr id="5" name="Footer Placeholder 4">
            <a:extLst>
              <a:ext uri="{FF2B5EF4-FFF2-40B4-BE49-F238E27FC236}">
                <a16:creationId xmlns:a16="http://schemas.microsoft.com/office/drawing/2014/main" id="{CE0A5ECB-A95F-428B-969C-37A21A5BE9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4922BE-6381-4D93-A216-BA7A6437AAE7}"/>
              </a:ext>
            </a:extLst>
          </p:cNvPr>
          <p:cNvSpPr>
            <a:spLocks noGrp="1"/>
          </p:cNvSpPr>
          <p:nvPr>
            <p:ph type="sldNum" sz="quarter" idx="12"/>
          </p:nvPr>
        </p:nvSpPr>
        <p:spPr/>
        <p:txBody>
          <a:bodyPr/>
          <a:lstStyle/>
          <a:p>
            <a:fld id="{9F895D5F-7F3C-49FD-91C0-476A8887DA2D}" type="slidenum">
              <a:rPr lang="en-US" smtClean="0"/>
              <a:t>‹#›</a:t>
            </a:fld>
            <a:endParaRPr lang="en-US"/>
          </a:p>
        </p:txBody>
      </p:sp>
    </p:spTree>
    <p:extLst>
      <p:ext uri="{BB962C8B-B14F-4D97-AF65-F5344CB8AC3E}">
        <p14:creationId xmlns:p14="http://schemas.microsoft.com/office/powerpoint/2010/main" val="1955789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74BE92-389B-0341-B6CB-DFC753196C8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CCFD36-B6E1-3D46-871A-AE04116A79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D4BFA8-1493-1B43-A896-2DD3D63C9E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269190-6A13-034E-92A6-8400565D510F}" type="datetimeFigureOut">
              <a:rPr lang="en-US" smtClean="0"/>
              <a:t>3/29/2022</a:t>
            </a:fld>
            <a:endParaRPr lang="en-US"/>
          </a:p>
        </p:txBody>
      </p:sp>
      <p:sp>
        <p:nvSpPr>
          <p:cNvPr id="5" name="Footer Placeholder 4">
            <a:extLst>
              <a:ext uri="{FF2B5EF4-FFF2-40B4-BE49-F238E27FC236}">
                <a16:creationId xmlns:a16="http://schemas.microsoft.com/office/drawing/2014/main" id="{3E9602DB-A231-A441-8A07-2D9F5DA837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D0D0E97-533E-584C-B315-8B57D75647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84FF79-6540-2F4E-9250-0A9D95AD69B6}" type="slidenum">
              <a:rPr lang="en-US" smtClean="0"/>
              <a:t>‹#›</a:t>
            </a:fld>
            <a:endParaRPr lang="en-US"/>
          </a:p>
        </p:txBody>
      </p:sp>
    </p:spTree>
    <p:extLst>
      <p:ext uri="{BB962C8B-B14F-4D97-AF65-F5344CB8AC3E}">
        <p14:creationId xmlns:p14="http://schemas.microsoft.com/office/powerpoint/2010/main" val="21780627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66C712-857C-479F-92E4-40B878C7C5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61D3F63-14C7-4531-8378-1960A9B8EF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4AFB6F-F146-4F56-92FD-AB74944715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E8533E-0F61-47D6-BCB3-8A2CCAC03F7C}" type="datetimeFigureOut">
              <a:rPr lang="en-US" smtClean="0"/>
              <a:t>3/29/2022</a:t>
            </a:fld>
            <a:endParaRPr lang="en-US"/>
          </a:p>
        </p:txBody>
      </p:sp>
      <p:sp>
        <p:nvSpPr>
          <p:cNvPr id="5" name="Footer Placeholder 4">
            <a:extLst>
              <a:ext uri="{FF2B5EF4-FFF2-40B4-BE49-F238E27FC236}">
                <a16:creationId xmlns:a16="http://schemas.microsoft.com/office/drawing/2014/main" id="{E0D54628-9295-4774-99A6-984D00D1835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7D421E7-D771-4211-94E2-4832E01299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895D5F-7F3C-49FD-91C0-476A8887DA2D}" type="slidenum">
              <a:rPr lang="en-US" smtClean="0"/>
              <a:t>‹#›</a:t>
            </a:fld>
            <a:endParaRPr lang="en-US"/>
          </a:p>
        </p:txBody>
      </p:sp>
    </p:spTree>
    <p:extLst>
      <p:ext uri="{BB962C8B-B14F-4D97-AF65-F5344CB8AC3E}">
        <p14:creationId xmlns:p14="http://schemas.microsoft.com/office/powerpoint/2010/main" val="154142578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mailto:sandhiya.sakthivel@aspiresystems.biz" TargetMode="External"/><Relationship Id="rId3" Type="http://schemas.openxmlformats.org/officeDocument/2006/relationships/hyperlink" Target="mailto:gowtham.raghavan@aspiresystems.biz" TargetMode="External"/><Relationship Id="rId7" Type="http://schemas.openxmlformats.org/officeDocument/2006/relationships/hyperlink" Target="mailto:venkatesh.malai@aspiresystems.biz" TargetMode="External"/><Relationship Id="rId12" Type="http://schemas.openxmlformats.org/officeDocument/2006/relationships/hyperlink" Target="mailto:irfan.sadiq@aspiresystems.biz" TargetMode="External"/><Relationship Id="rId2" Type="http://schemas.openxmlformats.org/officeDocument/2006/relationships/image" Target="../media/image5.png"/><Relationship Id="rId1" Type="http://schemas.openxmlformats.org/officeDocument/2006/relationships/slideLayout" Target="../slideLayouts/slideLayout15.xml"/><Relationship Id="rId6" Type="http://schemas.openxmlformats.org/officeDocument/2006/relationships/hyperlink" Target="mailto:ponvizhi.uday@aspiresystems.biz" TargetMode="External"/><Relationship Id="rId11" Type="http://schemas.openxmlformats.org/officeDocument/2006/relationships/hyperlink" Target="mailto:sriram.manis@aspiresystems.biz" TargetMode="External"/><Relationship Id="rId5" Type="http://schemas.openxmlformats.org/officeDocument/2006/relationships/hyperlink" Target="mailto:girish.ravi@aspiresystems.biz" TargetMode="External"/><Relationship Id="rId10" Type="http://schemas.openxmlformats.org/officeDocument/2006/relationships/hyperlink" Target="mailto:Ranjith.ramasamy@aspiresystems.biz" TargetMode="External"/><Relationship Id="rId4" Type="http://schemas.openxmlformats.org/officeDocument/2006/relationships/hyperlink" Target="mailto:manimaran.venkat@aspiresystems.biz" TargetMode="External"/><Relationship Id="rId9" Type="http://schemas.openxmlformats.org/officeDocument/2006/relationships/hyperlink" Target="mailto:pooja.Sakthivel@aspiresystems.biz"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3.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E9D4C6A2-4704-483C-8547-C1FE9EFC822A}"/>
              </a:ext>
            </a:extLst>
          </p:cNvPr>
          <p:cNvSpPr/>
          <p:nvPr/>
        </p:nvSpPr>
        <p:spPr>
          <a:xfrm rot="5400000">
            <a:off x="6004965" y="541493"/>
            <a:ext cx="6857999" cy="5775016"/>
          </a:xfrm>
          <a:prstGeom prst="rect">
            <a:avLst/>
          </a:prstGeom>
          <a:solidFill>
            <a:srgbClr val="855A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5" name="Picture 44">
            <a:extLst>
              <a:ext uri="{FF2B5EF4-FFF2-40B4-BE49-F238E27FC236}">
                <a16:creationId xmlns:a16="http://schemas.microsoft.com/office/drawing/2014/main" id="{87F5B049-A841-4C9F-8C26-26BD2A3EED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77459" y="5365019"/>
            <a:ext cx="3738078" cy="1281512"/>
          </a:xfrm>
          <a:prstGeom prst="rect">
            <a:avLst/>
          </a:prstGeom>
        </p:spPr>
      </p:pic>
      <p:sp>
        <p:nvSpPr>
          <p:cNvPr id="50" name="TextBox 49">
            <a:extLst>
              <a:ext uri="{FF2B5EF4-FFF2-40B4-BE49-F238E27FC236}">
                <a16:creationId xmlns:a16="http://schemas.microsoft.com/office/drawing/2014/main" id="{0B29CE65-7EF9-42B9-A7AE-8FD3F3896D7F}"/>
              </a:ext>
            </a:extLst>
          </p:cNvPr>
          <p:cNvSpPr txBox="1"/>
          <p:nvPr/>
        </p:nvSpPr>
        <p:spPr>
          <a:xfrm>
            <a:off x="7250464" y="865848"/>
            <a:ext cx="4361607" cy="369332"/>
          </a:xfrm>
          <a:prstGeom prst="rect">
            <a:avLst/>
          </a:prstGeom>
          <a:noFill/>
        </p:spPr>
        <p:txBody>
          <a:bodyPr wrap="square" rtlCol="0">
            <a:spAutoFit/>
          </a:bodyPr>
          <a:lstStyle/>
          <a:p>
            <a:endParaRPr lang="en-US"/>
          </a:p>
        </p:txBody>
      </p:sp>
      <p:sp>
        <p:nvSpPr>
          <p:cNvPr id="7" name="TextBox 1">
            <a:extLst>
              <a:ext uri="{FF2B5EF4-FFF2-40B4-BE49-F238E27FC236}">
                <a16:creationId xmlns:a16="http://schemas.microsoft.com/office/drawing/2014/main" id="{43676789-A9FA-1E76-46EE-BB05CB6B1794}"/>
              </a:ext>
            </a:extLst>
          </p:cNvPr>
          <p:cNvSpPr txBox="1"/>
          <p:nvPr/>
        </p:nvSpPr>
        <p:spPr>
          <a:xfrm>
            <a:off x="7250463" y="916089"/>
            <a:ext cx="4565779" cy="892552"/>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3200">
                <a:solidFill>
                  <a:schemeClr val="bg1"/>
                </a:solidFill>
              </a:rPr>
              <a:t>TEAM AURORA</a:t>
            </a:r>
            <a:endParaRPr lang="en-US" sz="3200">
              <a:solidFill>
                <a:schemeClr val="bg1"/>
              </a:solidFill>
              <a:cs typeface="Calibri"/>
            </a:endParaRPr>
          </a:p>
          <a:p>
            <a:pPr algn="ctr"/>
            <a:r>
              <a:rPr lang="en-US" sz="2000">
                <a:solidFill>
                  <a:schemeClr val="bg1"/>
                </a:solidFill>
              </a:rPr>
              <a:t>“None of us is as smart as all of us”</a:t>
            </a:r>
            <a:endParaRPr lang="en-US" sz="2000">
              <a:solidFill>
                <a:schemeClr val="bg1"/>
              </a:solidFill>
              <a:cs typeface="Calibri"/>
            </a:endParaRPr>
          </a:p>
        </p:txBody>
      </p:sp>
      <p:graphicFrame>
        <p:nvGraphicFramePr>
          <p:cNvPr id="4" name="Table 3">
            <a:extLst>
              <a:ext uri="{FF2B5EF4-FFF2-40B4-BE49-F238E27FC236}">
                <a16:creationId xmlns:a16="http://schemas.microsoft.com/office/drawing/2014/main" id="{044BDC44-DD1E-ED3B-C890-AA5FFCF29527}"/>
              </a:ext>
            </a:extLst>
          </p:cNvPr>
          <p:cNvGraphicFramePr>
            <a:graphicFrameLocks noGrp="1"/>
          </p:cNvGraphicFramePr>
          <p:nvPr>
            <p:extLst>
              <p:ext uri="{D42A27DB-BD31-4B8C-83A1-F6EECF244321}">
                <p14:modId xmlns:p14="http://schemas.microsoft.com/office/powerpoint/2010/main" val="360709130"/>
              </p:ext>
            </p:extLst>
          </p:nvPr>
        </p:nvGraphicFramePr>
        <p:xfrm>
          <a:off x="1" y="6874"/>
          <a:ext cx="2225310" cy="365760"/>
        </p:xfrm>
        <a:graphic>
          <a:graphicData uri="http://schemas.openxmlformats.org/drawingml/2006/table">
            <a:tbl>
              <a:tblPr/>
              <a:tblGrid>
                <a:gridCol w="2225310">
                  <a:extLst>
                    <a:ext uri="{9D8B030D-6E8A-4147-A177-3AD203B41FA5}">
                      <a16:colId xmlns:a16="http://schemas.microsoft.com/office/drawing/2014/main" val="3470225184"/>
                    </a:ext>
                  </a:extLst>
                </a:gridCol>
              </a:tblGrid>
              <a:tr h="331774">
                <a:tc>
                  <a:txBody>
                    <a:bodyPr/>
                    <a:lstStyle/>
                    <a:p>
                      <a:pPr algn="ctr"/>
                      <a:r>
                        <a:rPr lang="en-US">
                          <a:solidFill>
                            <a:schemeClr val="bg1"/>
                          </a:solidFill>
                        </a:rPr>
                        <a:t>TEAM MEMBERS</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855AA6"/>
                    </a:solidFill>
                  </a:tcPr>
                </a:tc>
                <a:extLst>
                  <a:ext uri="{0D108BD9-81ED-4DB2-BD59-A6C34878D82A}">
                    <a16:rowId xmlns:a16="http://schemas.microsoft.com/office/drawing/2014/main" val="622775791"/>
                  </a:ext>
                </a:extLst>
              </a:tr>
            </a:tbl>
          </a:graphicData>
        </a:graphic>
      </p:graphicFrame>
      <p:sp>
        <p:nvSpPr>
          <p:cNvPr id="5" name="TextBox 4">
            <a:extLst>
              <a:ext uri="{FF2B5EF4-FFF2-40B4-BE49-F238E27FC236}">
                <a16:creationId xmlns:a16="http://schemas.microsoft.com/office/drawing/2014/main" id="{5990C3EB-E65B-27DB-3993-26CB4E1A8397}"/>
              </a:ext>
            </a:extLst>
          </p:cNvPr>
          <p:cNvSpPr txBox="1"/>
          <p:nvPr/>
        </p:nvSpPr>
        <p:spPr>
          <a:xfrm>
            <a:off x="865" y="1620116"/>
            <a:ext cx="6189517"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Times New Roman"/>
                <a:ea typeface="+mn-lt"/>
                <a:cs typeface="+mn-lt"/>
              </a:rPr>
              <a:t>  </a:t>
            </a:r>
            <a:r>
              <a:rPr lang="en-US" dirty="0" err="1">
                <a:latin typeface="Times New Roman"/>
                <a:ea typeface="+mn-lt"/>
                <a:cs typeface="+mn-lt"/>
              </a:rPr>
              <a:t>Gowtham.R</a:t>
            </a:r>
            <a:r>
              <a:rPr lang="en-US" dirty="0">
                <a:latin typeface="Times New Roman"/>
                <a:ea typeface="+mn-lt"/>
                <a:cs typeface="+mn-lt"/>
              </a:rPr>
              <a:t>-  </a:t>
            </a:r>
            <a:r>
              <a:rPr lang="en-US" dirty="0">
                <a:latin typeface="Times New Roman"/>
                <a:ea typeface="+mn-lt"/>
                <a:cs typeface="+mn-lt"/>
                <a:hlinkClick r:id="rId3"/>
              </a:rPr>
              <a:t>gowtham.raghavan@aspiresystems.biz</a:t>
            </a:r>
            <a:endParaRPr lang="en-US" dirty="0">
              <a:latin typeface="Times New Roman"/>
              <a:ea typeface="+mn-lt"/>
              <a:cs typeface="+mn-lt"/>
            </a:endParaRPr>
          </a:p>
          <a:p>
            <a:r>
              <a:rPr lang="en-US" dirty="0">
                <a:latin typeface="Times New Roman"/>
                <a:ea typeface="+mn-lt"/>
                <a:cs typeface="+mn-lt"/>
              </a:rPr>
              <a:t>  </a:t>
            </a:r>
            <a:r>
              <a:rPr lang="en-US" dirty="0" err="1">
                <a:latin typeface="Times New Roman"/>
                <a:ea typeface="+mn-lt"/>
                <a:cs typeface="+mn-lt"/>
              </a:rPr>
              <a:t>Manimaran.V</a:t>
            </a:r>
            <a:r>
              <a:rPr lang="en-US" dirty="0">
                <a:latin typeface="Times New Roman"/>
                <a:ea typeface="+mn-lt"/>
                <a:cs typeface="+mn-lt"/>
              </a:rPr>
              <a:t> – </a:t>
            </a:r>
            <a:r>
              <a:rPr lang="en-US" dirty="0">
                <a:latin typeface="Times New Roman"/>
                <a:ea typeface="+mn-lt"/>
                <a:cs typeface="+mn-lt"/>
                <a:hlinkClick r:id="rId4"/>
              </a:rPr>
              <a:t>manimaran.venkat@aspiresystems.biz</a:t>
            </a:r>
            <a:endParaRPr lang="en-US" dirty="0">
              <a:latin typeface="Times New Roman"/>
              <a:ea typeface="+mn-lt"/>
              <a:cs typeface="+mn-lt"/>
            </a:endParaRPr>
          </a:p>
          <a:p>
            <a:r>
              <a:rPr lang="en-US" dirty="0">
                <a:latin typeface="Times New Roman"/>
                <a:ea typeface="+mn-lt"/>
                <a:cs typeface="+mn-lt"/>
              </a:rPr>
              <a:t>  </a:t>
            </a:r>
            <a:r>
              <a:rPr lang="en-US" dirty="0" err="1">
                <a:latin typeface="Times New Roman"/>
                <a:ea typeface="+mn-lt"/>
                <a:cs typeface="+mn-lt"/>
              </a:rPr>
              <a:t>Girishkumar</a:t>
            </a:r>
            <a:r>
              <a:rPr lang="en-US" dirty="0">
                <a:latin typeface="Times New Roman"/>
                <a:ea typeface="+mn-lt"/>
                <a:cs typeface="+mn-lt"/>
              </a:rPr>
              <a:t> .R– </a:t>
            </a:r>
            <a:r>
              <a:rPr lang="en-US" dirty="0">
                <a:latin typeface="Times New Roman"/>
                <a:ea typeface="+mn-lt"/>
                <a:cs typeface="+mn-lt"/>
                <a:hlinkClick r:id="rId5"/>
              </a:rPr>
              <a:t>girish.ravi@aspiresystems.biz</a:t>
            </a:r>
            <a:endParaRPr lang="en-US" dirty="0">
              <a:latin typeface="Times New Roman"/>
              <a:ea typeface="+mn-lt"/>
              <a:cs typeface="+mn-lt"/>
            </a:endParaRPr>
          </a:p>
          <a:p>
            <a:r>
              <a:rPr lang="en-US" dirty="0">
                <a:latin typeface="Times New Roman"/>
                <a:ea typeface="+mn-lt"/>
                <a:cs typeface="+mn-lt"/>
              </a:rPr>
              <a:t>  Ponvizhi .U- </a:t>
            </a:r>
            <a:r>
              <a:rPr lang="en-US" dirty="0">
                <a:latin typeface="Times New Roman"/>
                <a:ea typeface="+mn-lt"/>
                <a:cs typeface="+mn-lt"/>
                <a:hlinkClick r:id="rId6"/>
              </a:rPr>
              <a:t>ponvizhi.uday@aspiresystems.biz</a:t>
            </a:r>
            <a:endParaRPr lang="en-US" dirty="0">
              <a:latin typeface="Times New Roman"/>
              <a:ea typeface="+mn-lt"/>
              <a:cs typeface="+mn-lt"/>
            </a:endParaRPr>
          </a:p>
          <a:p>
            <a:r>
              <a:rPr lang="en-US" dirty="0">
                <a:latin typeface="Times New Roman"/>
                <a:ea typeface="+mn-lt"/>
                <a:cs typeface="+mn-lt"/>
              </a:rPr>
              <a:t>  </a:t>
            </a:r>
            <a:r>
              <a:rPr lang="en-US" dirty="0" err="1">
                <a:latin typeface="Times New Roman"/>
                <a:ea typeface="+mn-lt"/>
                <a:cs typeface="+mn-lt"/>
              </a:rPr>
              <a:t>Venkateshwaran.M</a:t>
            </a:r>
            <a:r>
              <a:rPr lang="en-US" dirty="0">
                <a:latin typeface="Times New Roman"/>
                <a:ea typeface="+mn-lt"/>
                <a:cs typeface="+mn-lt"/>
              </a:rPr>
              <a:t> – </a:t>
            </a:r>
            <a:r>
              <a:rPr lang="en-US" dirty="0">
                <a:latin typeface="Times New Roman"/>
                <a:ea typeface="+mn-lt"/>
                <a:cs typeface="+mn-lt"/>
                <a:hlinkClick r:id="rId7"/>
              </a:rPr>
              <a:t>venkatesh.malai@aspiresystems.biz</a:t>
            </a:r>
            <a:endParaRPr lang="en-US" dirty="0">
              <a:latin typeface="Times New Roman"/>
              <a:ea typeface="+mn-lt"/>
              <a:cs typeface="+mn-lt"/>
            </a:endParaRPr>
          </a:p>
          <a:p>
            <a:r>
              <a:rPr lang="en-US" dirty="0">
                <a:latin typeface="Times New Roman"/>
                <a:ea typeface="+mn-lt"/>
                <a:cs typeface="+mn-lt"/>
              </a:rPr>
              <a:t>  </a:t>
            </a:r>
            <a:r>
              <a:rPr lang="en-US" dirty="0" err="1">
                <a:latin typeface="Times New Roman"/>
                <a:ea typeface="+mn-lt"/>
                <a:cs typeface="+mn-lt"/>
              </a:rPr>
              <a:t>Sandhya.S</a:t>
            </a:r>
            <a:r>
              <a:rPr lang="en-US" dirty="0">
                <a:latin typeface="Times New Roman"/>
                <a:ea typeface="+mn-lt"/>
                <a:cs typeface="+mn-lt"/>
              </a:rPr>
              <a:t> – </a:t>
            </a:r>
            <a:r>
              <a:rPr lang="en-US" dirty="0">
                <a:latin typeface="Times New Roman"/>
                <a:ea typeface="+mn-lt"/>
                <a:cs typeface="+mn-lt"/>
                <a:hlinkClick r:id="rId8"/>
              </a:rPr>
              <a:t>sandhiya.sakthivel@aspiresystems.biz</a:t>
            </a:r>
            <a:endParaRPr lang="en-US" dirty="0">
              <a:latin typeface="Times New Roman"/>
              <a:ea typeface="+mn-lt"/>
              <a:cs typeface="+mn-lt"/>
            </a:endParaRPr>
          </a:p>
          <a:p>
            <a:r>
              <a:rPr lang="en-US" dirty="0">
                <a:latin typeface="Times New Roman"/>
                <a:ea typeface="+mn-lt"/>
                <a:cs typeface="+mn-lt"/>
              </a:rPr>
              <a:t>  </a:t>
            </a:r>
            <a:r>
              <a:rPr lang="en-US" dirty="0" err="1">
                <a:latin typeface="Times New Roman"/>
                <a:ea typeface="+mn-lt"/>
                <a:cs typeface="+mn-lt"/>
              </a:rPr>
              <a:t>Pooja.S</a:t>
            </a:r>
            <a:r>
              <a:rPr lang="en-US" dirty="0">
                <a:latin typeface="Times New Roman"/>
                <a:ea typeface="+mn-lt"/>
                <a:cs typeface="+mn-lt"/>
              </a:rPr>
              <a:t> – </a:t>
            </a:r>
            <a:r>
              <a:rPr lang="en-US" dirty="0">
                <a:latin typeface="Times New Roman"/>
                <a:ea typeface="+mn-lt"/>
                <a:cs typeface="+mn-lt"/>
                <a:hlinkClick r:id="rId9"/>
              </a:rPr>
              <a:t>pooja.Sakthivel@aspiresystems.biz</a:t>
            </a:r>
            <a:endParaRPr lang="en-US" dirty="0">
              <a:latin typeface="Times New Roman"/>
              <a:ea typeface="+mn-lt"/>
              <a:cs typeface="+mn-lt"/>
            </a:endParaRPr>
          </a:p>
          <a:p>
            <a:r>
              <a:rPr lang="en-US" dirty="0">
                <a:latin typeface="Times New Roman"/>
                <a:ea typeface="+mn-lt"/>
                <a:cs typeface="+mn-lt"/>
              </a:rPr>
              <a:t>  </a:t>
            </a:r>
            <a:r>
              <a:rPr lang="en-US" dirty="0" err="1">
                <a:latin typeface="Times New Roman"/>
                <a:ea typeface="+mn-lt"/>
                <a:cs typeface="+mn-lt"/>
              </a:rPr>
              <a:t>Ranjith.R</a:t>
            </a:r>
            <a:r>
              <a:rPr lang="en-US" dirty="0">
                <a:latin typeface="Times New Roman"/>
                <a:ea typeface="+mn-lt"/>
                <a:cs typeface="+mn-lt"/>
              </a:rPr>
              <a:t> – </a:t>
            </a:r>
            <a:r>
              <a:rPr lang="en-US" dirty="0">
                <a:latin typeface="Times New Roman"/>
                <a:ea typeface="+mn-lt"/>
                <a:cs typeface="+mn-lt"/>
                <a:hlinkClick r:id="rId10"/>
              </a:rPr>
              <a:t>Ranjith.ramasamy@aspiresystems.biz</a:t>
            </a:r>
            <a:endParaRPr lang="en-US" dirty="0">
              <a:latin typeface="Times New Roman"/>
              <a:ea typeface="+mn-lt"/>
              <a:cs typeface="+mn-lt"/>
            </a:endParaRPr>
          </a:p>
          <a:p>
            <a:r>
              <a:rPr lang="en-US" dirty="0">
                <a:latin typeface="Times New Roman"/>
                <a:ea typeface="+mn-lt"/>
                <a:cs typeface="+mn-lt"/>
              </a:rPr>
              <a:t>  </a:t>
            </a:r>
            <a:r>
              <a:rPr lang="en-US" dirty="0" err="1">
                <a:latin typeface="Times New Roman"/>
                <a:ea typeface="+mn-lt"/>
                <a:cs typeface="+mn-lt"/>
              </a:rPr>
              <a:t>Sriram.M</a:t>
            </a:r>
            <a:r>
              <a:rPr lang="en-US" dirty="0">
                <a:latin typeface="Times New Roman"/>
                <a:ea typeface="+mn-lt"/>
                <a:cs typeface="+mn-lt"/>
              </a:rPr>
              <a:t>– </a:t>
            </a:r>
            <a:r>
              <a:rPr lang="en-US" dirty="0">
                <a:latin typeface="Times New Roman"/>
                <a:ea typeface="+mn-lt"/>
                <a:cs typeface="+mn-lt"/>
                <a:hlinkClick r:id="rId11"/>
              </a:rPr>
              <a:t>sriram.manis@aspiresystems.biz</a:t>
            </a:r>
            <a:endParaRPr lang="en-US" dirty="0">
              <a:latin typeface="Times New Roman"/>
              <a:ea typeface="+mn-lt"/>
              <a:cs typeface="+mn-lt"/>
            </a:endParaRPr>
          </a:p>
          <a:p>
            <a:r>
              <a:rPr lang="en-US" dirty="0">
                <a:latin typeface="Times New Roman"/>
                <a:ea typeface="+mn-lt"/>
                <a:cs typeface="+mn-lt"/>
              </a:rPr>
              <a:t>  Mohammed </a:t>
            </a:r>
            <a:r>
              <a:rPr lang="en-US" dirty="0" err="1">
                <a:latin typeface="Times New Roman"/>
                <a:ea typeface="+mn-lt"/>
                <a:cs typeface="+mn-lt"/>
              </a:rPr>
              <a:t>Irfan.S</a:t>
            </a:r>
            <a:r>
              <a:rPr lang="en-US" dirty="0">
                <a:latin typeface="Times New Roman"/>
                <a:ea typeface="+mn-lt"/>
                <a:cs typeface="+mn-lt"/>
              </a:rPr>
              <a:t> - </a:t>
            </a:r>
            <a:r>
              <a:rPr lang="en-US" dirty="0">
                <a:latin typeface="Times New Roman"/>
                <a:ea typeface="+mn-lt"/>
                <a:cs typeface="+mn-lt"/>
                <a:hlinkClick r:id="rId12"/>
              </a:rPr>
              <a:t>irfan.sadiq@aspiresystems.biz</a:t>
            </a:r>
            <a:endParaRPr lang="en-US" dirty="0">
              <a:latin typeface="Times New Roman"/>
              <a:ea typeface="+mn-lt"/>
              <a:cs typeface="+mn-lt"/>
            </a:endParaRPr>
          </a:p>
          <a:p>
            <a:endParaRPr lang="en-US">
              <a:ea typeface="+mn-lt"/>
              <a:cs typeface="+mn-lt"/>
            </a:endParaRPr>
          </a:p>
          <a:p>
            <a:pPr algn="l"/>
            <a:endParaRPr lang="en-US">
              <a:cs typeface="Calibri"/>
            </a:endParaRPr>
          </a:p>
        </p:txBody>
      </p:sp>
      <p:sp>
        <p:nvSpPr>
          <p:cNvPr id="12" name="TextBox 11">
            <a:extLst>
              <a:ext uri="{FF2B5EF4-FFF2-40B4-BE49-F238E27FC236}">
                <a16:creationId xmlns:a16="http://schemas.microsoft.com/office/drawing/2014/main" id="{B154F456-DB9E-733A-9E62-45242186CCD2}"/>
              </a:ext>
            </a:extLst>
          </p:cNvPr>
          <p:cNvSpPr txBox="1"/>
          <p:nvPr/>
        </p:nvSpPr>
        <p:spPr>
          <a:xfrm>
            <a:off x="1243446" y="871105"/>
            <a:ext cx="376497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    </a:t>
            </a:r>
            <a:r>
              <a:rPr lang="en-US" b="1">
                <a:solidFill>
                  <a:srgbClr val="855AA6"/>
                </a:solidFill>
              </a:rPr>
              <a:t>MEMBERS OF TEAM AURORA</a:t>
            </a:r>
            <a:endParaRPr lang="en-US"/>
          </a:p>
        </p:txBody>
      </p:sp>
      <p:sp>
        <p:nvSpPr>
          <p:cNvPr id="2" name="TextBox 1">
            <a:extLst>
              <a:ext uri="{FF2B5EF4-FFF2-40B4-BE49-F238E27FC236}">
                <a16:creationId xmlns:a16="http://schemas.microsoft.com/office/drawing/2014/main" id="{6D79C8C1-C301-292A-DD65-C76BB9E41736}"/>
              </a:ext>
            </a:extLst>
          </p:cNvPr>
          <p:cNvSpPr txBox="1"/>
          <p:nvPr/>
        </p:nvSpPr>
        <p:spPr>
          <a:xfrm>
            <a:off x="8156713" y="3174271"/>
            <a:ext cx="3731536"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solidFill>
                  <a:schemeClr val="bg1"/>
                </a:solidFill>
                <a:cs typeface="Calibri"/>
              </a:rPr>
              <a:t>SOLID PRINCIPLES</a:t>
            </a:r>
          </a:p>
        </p:txBody>
      </p:sp>
    </p:spTree>
    <p:extLst>
      <p:ext uri="{BB962C8B-B14F-4D97-AF65-F5344CB8AC3E}">
        <p14:creationId xmlns:p14="http://schemas.microsoft.com/office/powerpoint/2010/main" val="1669702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4197" y="609626"/>
            <a:ext cx="10645935" cy="497791"/>
          </a:xfrm>
        </p:spPr>
        <p:txBody>
          <a:bodyPr/>
          <a:lstStyle/>
          <a:p>
            <a:r>
              <a:rPr lang="en-US" sz="2900" dirty="0">
                <a:latin typeface="Calibri"/>
                <a:cs typeface="Calibri"/>
              </a:rPr>
              <a:t>Solid Principle</a:t>
            </a:r>
            <a:endParaRPr lang="en-US" sz="2933" dirty="0"/>
          </a:p>
        </p:txBody>
      </p:sp>
      <p:sp>
        <p:nvSpPr>
          <p:cNvPr id="3" name="TextBox 2">
            <a:extLst>
              <a:ext uri="{FF2B5EF4-FFF2-40B4-BE49-F238E27FC236}">
                <a16:creationId xmlns:a16="http://schemas.microsoft.com/office/drawing/2014/main" id="{593BD0FB-47F5-9211-FBD0-589567EC1A05}"/>
              </a:ext>
            </a:extLst>
          </p:cNvPr>
          <p:cNvSpPr txBox="1"/>
          <p:nvPr/>
        </p:nvSpPr>
        <p:spPr>
          <a:xfrm>
            <a:off x="534216" y="1105359"/>
            <a:ext cx="10731639" cy="64017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S</a:t>
            </a:r>
            <a:r>
              <a:rPr lang="en-US" b="1" dirty="0"/>
              <a:t>ingle-responsibility principle : </a:t>
            </a:r>
            <a:r>
              <a:rPr lang="en-US" i="1" dirty="0"/>
              <a:t>A class should only have a single responsibility, that is, only changes to one part of the software’s specification should be able to affect the specification of the class.</a:t>
            </a:r>
            <a:endParaRPr lang="en-US" dirty="0"/>
          </a:p>
          <a:p>
            <a:endParaRPr lang="en-US" i="1" dirty="0"/>
          </a:p>
          <a:p>
            <a:r>
              <a:rPr lang="en-US" sz="2800" b="1" dirty="0"/>
              <a:t>O</a:t>
            </a:r>
            <a:r>
              <a:rPr lang="en-US" b="1" dirty="0"/>
              <a:t>pen-closed principle : </a:t>
            </a:r>
            <a:r>
              <a:rPr lang="en-US" i="1" dirty="0"/>
              <a:t>Software entities … should be open for extension, but closed for modification.</a:t>
            </a:r>
            <a:endParaRPr lang="en-US">
              <a:cs typeface="Calibri"/>
            </a:endParaRPr>
          </a:p>
          <a:p>
            <a:endParaRPr lang="en-US" i="1" dirty="0"/>
          </a:p>
          <a:p>
            <a:r>
              <a:rPr lang="en-US" sz="2800" b="1" dirty="0" err="1"/>
              <a:t>L</a:t>
            </a:r>
            <a:r>
              <a:rPr lang="en-US" b="1" dirty="0" err="1"/>
              <a:t>iskov</a:t>
            </a:r>
            <a:r>
              <a:rPr lang="en-US" b="1" dirty="0"/>
              <a:t> substitution principle :</a:t>
            </a:r>
            <a:r>
              <a:rPr lang="en-US" dirty="0"/>
              <a:t> </a:t>
            </a:r>
            <a:r>
              <a:rPr lang="en-US" i="1" dirty="0"/>
              <a:t>Objects in a program should be replaceable with instances of their subtypes without altering the correctness of that program.</a:t>
            </a:r>
            <a:endParaRPr lang="en-US" dirty="0"/>
          </a:p>
          <a:p>
            <a:endParaRPr lang="en-US" i="1" dirty="0"/>
          </a:p>
          <a:p>
            <a:r>
              <a:rPr lang="en-US" sz="2800" b="1" dirty="0"/>
              <a:t>I</a:t>
            </a:r>
            <a:r>
              <a:rPr lang="en-US" b="1" dirty="0"/>
              <a:t>nterface segregation principle : </a:t>
            </a:r>
            <a:r>
              <a:rPr lang="en-US" i="1" dirty="0"/>
              <a:t>Many client-specific interfaces are better than one general-purpose interface.</a:t>
            </a:r>
            <a:endParaRPr lang="en-US" dirty="0"/>
          </a:p>
          <a:p>
            <a:endParaRPr lang="en-US" i="1" dirty="0"/>
          </a:p>
          <a:p>
            <a:r>
              <a:rPr lang="en-US" sz="2800" b="1" dirty="0"/>
              <a:t>D</a:t>
            </a:r>
            <a:r>
              <a:rPr lang="en-US" b="1" dirty="0"/>
              <a:t>ependency inversion principle : </a:t>
            </a:r>
            <a:r>
              <a:rPr lang="en-US" i="1" dirty="0"/>
              <a:t>One should depend upon abstractions, [not] concretions.</a:t>
            </a:r>
            <a:endParaRPr lang="en-US" dirty="0"/>
          </a:p>
          <a:p>
            <a:endParaRPr lang="en-US" b="1" dirty="0">
              <a:cs typeface="Calibri"/>
            </a:endParaRPr>
          </a:p>
          <a:p>
            <a:endParaRPr lang="en-US" i="1" dirty="0">
              <a:cs typeface="Calibri"/>
            </a:endParaRPr>
          </a:p>
          <a:p>
            <a:endParaRPr lang="en-US" b="1" dirty="0">
              <a:cs typeface="Calibri"/>
            </a:endParaRPr>
          </a:p>
          <a:p>
            <a:endParaRPr lang="en-US" i="1" dirty="0">
              <a:cs typeface="Calibri"/>
            </a:endParaRPr>
          </a:p>
          <a:p>
            <a:endParaRPr lang="en-US" b="1" dirty="0">
              <a:cs typeface="Calibri"/>
            </a:endParaRPr>
          </a:p>
          <a:p>
            <a:endParaRPr lang="en-US" b="1" dirty="0">
              <a:cs typeface="Calibri"/>
            </a:endParaRPr>
          </a:p>
          <a:p>
            <a:endParaRPr lang="en-US" i="1" dirty="0">
              <a:cs typeface="Calibri"/>
            </a:endParaRPr>
          </a:p>
          <a:p>
            <a:endParaRPr lang="en-US" b="1" dirty="0">
              <a:cs typeface="Calibri"/>
            </a:endParaRPr>
          </a:p>
          <a:p>
            <a:endParaRPr lang="en-US" dirty="0">
              <a:cs typeface="Calibri"/>
            </a:endParaRPr>
          </a:p>
        </p:txBody>
      </p:sp>
    </p:spTree>
    <p:extLst>
      <p:ext uri="{BB962C8B-B14F-4D97-AF65-F5344CB8AC3E}">
        <p14:creationId xmlns:p14="http://schemas.microsoft.com/office/powerpoint/2010/main" val="1676885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4197" y="591128"/>
            <a:ext cx="10645935" cy="534788"/>
          </a:xfrm>
        </p:spPr>
        <p:txBody>
          <a:bodyPr/>
          <a:lstStyle/>
          <a:p>
            <a:r>
              <a:rPr lang="en-US" sz="3200" dirty="0">
                <a:latin typeface="Calibri"/>
                <a:cs typeface="Calibri"/>
              </a:rPr>
              <a:t>S</a:t>
            </a:r>
            <a:r>
              <a:rPr lang="en-US" sz="2900" dirty="0">
                <a:latin typeface="Calibri"/>
                <a:cs typeface="Calibri"/>
              </a:rPr>
              <a:t>ingle-responsibility principle</a:t>
            </a:r>
            <a:endParaRPr lang="en-US" dirty="0">
              <a:latin typeface="Calibri"/>
              <a:cs typeface="Calibri"/>
            </a:endParaRPr>
          </a:p>
        </p:txBody>
      </p:sp>
      <p:sp>
        <p:nvSpPr>
          <p:cNvPr id="6" name="Content Placeholder 2">
            <a:extLst>
              <a:ext uri="{FF2B5EF4-FFF2-40B4-BE49-F238E27FC236}">
                <a16:creationId xmlns:a16="http://schemas.microsoft.com/office/drawing/2014/main" id="{98FB0418-E780-EE4D-BEE1-3E357C171D43}"/>
              </a:ext>
            </a:extLst>
          </p:cNvPr>
          <p:cNvSpPr txBox="1">
            <a:spLocks/>
          </p:cNvSpPr>
          <p:nvPr/>
        </p:nvSpPr>
        <p:spPr>
          <a:xfrm>
            <a:off x="721734" y="1683941"/>
            <a:ext cx="10251066" cy="3446525"/>
          </a:xfrm>
          <a:prstGeom prst="rect">
            <a:avLst/>
          </a:prstGeom>
        </p:spPr>
        <p:txBody>
          <a:bodyPr anchor="ctr">
            <a:normAutofit/>
          </a:bodyPr>
          <a:lstStyle>
            <a:lvl1pPr marL="340139" indent="-340139" algn="l" defTabSz="1360557" rtl="0" eaLnBrk="1" latinLnBrk="0" hangingPunct="1">
              <a:lnSpc>
                <a:spcPct val="90000"/>
              </a:lnSpc>
              <a:spcBef>
                <a:spcPts val="1488"/>
              </a:spcBef>
              <a:buFont typeface="Arial" panose="020B0604020202020204" pitchFamily="34" charset="0"/>
              <a:buChar char="•"/>
              <a:defRPr sz="4100" kern="1200">
                <a:solidFill>
                  <a:schemeClr val="tx1"/>
                </a:solidFill>
                <a:latin typeface="+mn-lt"/>
                <a:ea typeface="+mn-ea"/>
                <a:cs typeface="+mn-cs"/>
              </a:defRPr>
            </a:lvl1pPr>
            <a:lvl2pPr marL="1020418" indent="-340139" algn="l" defTabSz="1360557" rtl="0" eaLnBrk="1" latinLnBrk="0" hangingPunct="1">
              <a:lnSpc>
                <a:spcPct val="90000"/>
              </a:lnSpc>
              <a:spcBef>
                <a:spcPts val="744"/>
              </a:spcBef>
              <a:buFont typeface="Arial" panose="020B0604020202020204" pitchFamily="34" charset="0"/>
              <a:buChar char="•"/>
              <a:defRPr sz="3600" kern="1200">
                <a:solidFill>
                  <a:schemeClr val="tx1"/>
                </a:solidFill>
                <a:latin typeface="+mn-lt"/>
                <a:ea typeface="+mn-ea"/>
                <a:cs typeface="+mn-cs"/>
              </a:defRPr>
            </a:lvl2pPr>
            <a:lvl3pPr marL="1700696" indent="-340139" algn="l" defTabSz="1360557" rtl="0" eaLnBrk="1" latinLnBrk="0" hangingPunct="1">
              <a:lnSpc>
                <a:spcPct val="90000"/>
              </a:lnSpc>
              <a:spcBef>
                <a:spcPts val="744"/>
              </a:spcBef>
              <a:buFont typeface="Arial" panose="020B0604020202020204" pitchFamily="34" charset="0"/>
              <a:buChar char="•"/>
              <a:defRPr sz="3000" kern="1200">
                <a:solidFill>
                  <a:schemeClr val="tx1"/>
                </a:solidFill>
                <a:latin typeface="+mn-lt"/>
                <a:ea typeface="+mn-ea"/>
                <a:cs typeface="+mn-cs"/>
              </a:defRPr>
            </a:lvl3pPr>
            <a:lvl4pPr marL="2380974"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4pPr>
            <a:lvl5pPr marL="3061253"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5pPr>
            <a:lvl6pPr marL="3741531"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6pPr>
            <a:lvl7pPr marL="4421811"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7pPr>
            <a:lvl8pPr marL="5102089"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8pPr>
            <a:lvl9pPr marL="5782367"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9pPr>
          </a:lstStyle>
          <a:p>
            <a:endParaRPr lang="en-US" sz="1333" dirty="0"/>
          </a:p>
        </p:txBody>
      </p:sp>
      <p:sp>
        <p:nvSpPr>
          <p:cNvPr id="3" name="Rounded Rectangle 2"/>
          <p:cNvSpPr/>
          <p:nvPr/>
        </p:nvSpPr>
        <p:spPr>
          <a:xfrm>
            <a:off x="585539" y="1218722"/>
            <a:ext cx="10274967" cy="1504426"/>
          </a:xfrm>
          <a:prstGeom prst="roundRect">
            <a:avLst/>
          </a:prstGeom>
          <a:noFill/>
          <a:ln w="63500">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t" anchorCtr="0" forceAA="0" compatLnSpc="1">
            <a:prstTxWarp prst="textNoShape">
              <a:avLst/>
            </a:prstTxWarp>
            <a:noAutofit/>
          </a:bodyPr>
          <a:lstStyle/>
          <a:p>
            <a:endParaRPr lang="en-US" sz="2133" b="1" dirty="0">
              <a:solidFill>
                <a:schemeClr val="tx1"/>
              </a:solidFill>
            </a:endParaRPr>
          </a:p>
        </p:txBody>
      </p:sp>
      <p:pic>
        <p:nvPicPr>
          <p:cNvPr id="4" name="Picture 4" descr="Graphical user interface, text, application&#10;&#10;Description automatically generated">
            <a:extLst>
              <a:ext uri="{FF2B5EF4-FFF2-40B4-BE49-F238E27FC236}">
                <a16:creationId xmlns:a16="http://schemas.microsoft.com/office/drawing/2014/main" id="{FDE2CD27-9C7D-C5C0-F9A9-9508FBD50FB2}"/>
              </a:ext>
            </a:extLst>
          </p:cNvPr>
          <p:cNvPicPr>
            <a:picLocks noChangeAspect="1"/>
          </p:cNvPicPr>
          <p:nvPr/>
        </p:nvPicPr>
        <p:blipFill>
          <a:blip r:embed="rId3"/>
          <a:stretch>
            <a:fillRect/>
          </a:stretch>
        </p:blipFill>
        <p:spPr>
          <a:xfrm>
            <a:off x="1639230" y="1516795"/>
            <a:ext cx="7724077" cy="4066020"/>
          </a:xfrm>
          <a:prstGeom prst="rect">
            <a:avLst/>
          </a:prstGeom>
        </p:spPr>
      </p:pic>
      <p:sp>
        <p:nvSpPr>
          <p:cNvPr id="5" name="Rectangle 4">
            <a:extLst>
              <a:ext uri="{FF2B5EF4-FFF2-40B4-BE49-F238E27FC236}">
                <a16:creationId xmlns:a16="http://schemas.microsoft.com/office/drawing/2014/main" id="{AAA0FBC0-1D41-9B7B-06EE-4362622B43C8}"/>
              </a:ext>
            </a:extLst>
          </p:cNvPr>
          <p:cNvSpPr/>
          <p:nvPr/>
        </p:nvSpPr>
        <p:spPr>
          <a:xfrm>
            <a:off x="2302728" y="3064727"/>
            <a:ext cx="6923047" cy="36241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186436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4197" y="591128"/>
            <a:ext cx="10645935" cy="534788"/>
          </a:xfrm>
        </p:spPr>
        <p:txBody>
          <a:bodyPr/>
          <a:lstStyle/>
          <a:p>
            <a:r>
              <a:rPr lang="en-US" sz="3200" dirty="0">
                <a:latin typeface="Calibri"/>
                <a:cs typeface="Calibri"/>
              </a:rPr>
              <a:t>O</a:t>
            </a:r>
            <a:r>
              <a:rPr lang="en-US" sz="2900" dirty="0">
                <a:latin typeface="Calibri"/>
                <a:cs typeface="Calibri"/>
              </a:rPr>
              <a:t>pen-closed principle</a:t>
            </a:r>
            <a:endParaRPr lang="en-US" dirty="0">
              <a:latin typeface="Calibri"/>
              <a:cs typeface="Calibri"/>
            </a:endParaRPr>
          </a:p>
        </p:txBody>
      </p:sp>
      <p:sp>
        <p:nvSpPr>
          <p:cNvPr id="6" name="Content Placeholder 2">
            <a:extLst>
              <a:ext uri="{FF2B5EF4-FFF2-40B4-BE49-F238E27FC236}">
                <a16:creationId xmlns:a16="http://schemas.microsoft.com/office/drawing/2014/main" id="{98FB0418-E780-EE4D-BEE1-3E357C171D43}"/>
              </a:ext>
            </a:extLst>
          </p:cNvPr>
          <p:cNvSpPr txBox="1">
            <a:spLocks/>
          </p:cNvSpPr>
          <p:nvPr/>
        </p:nvSpPr>
        <p:spPr>
          <a:xfrm>
            <a:off x="384134" y="1683941"/>
            <a:ext cx="10588666" cy="3446525"/>
          </a:xfrm>
          <a:prstGeom prst="rect">
            <a:avLst/>
          </a:prstGeom>
        </p:spPr>
        <p:txBody>
          <a:bodyPr anchor="ctr">
            <a:normAutofit/>
          </a:bodyPr>
          <a:lstStyle>
            <a:lvl1pPr marL="340139" indent="-340139" algn="l" defTabSz="1360557" rtl="0" eaLnBrk="1" latinLnBrk="0" hangingPunct="1">
              <a:lnSpc>
                <a:spcPct val="90000"/>
              </a:lnSpc>
              <a:spcBef>
                <a:spcPts val="1488"/>
              </a:spcBef>
              <a:buFont typeface="Arial" panose="020B0604020202020204" pitchFamily="34" charset="0"/>
              <a:buChar char="•"/>
              <a:defRPr sz="4100" kern="1200">
                <a:solidFill>
                  <a:schemeClr val="tx1"/>
                </a:solidFill>
                <a:latin typeface="+mn-lt"/>
                <a:ea typeface="+mn-ea"/>
                <a:cs typeface="+mn-cs"/>
              </a:defRPr>
            </a:lvl1pPr>
            <a:lvl2pPr marL="1020418" indent="-340139" algn="l" defTabSz="1360557" rtl="0" eaLnBrk="1" latinLnBrk="0" hangingPunct="1">
              <a:lnSpc>
                <a:spcPct val="90000"/>
              </a:lnSpc>
              <a:spcBef>
                <a:spcPts val="744"/>
              </a:spcBef>
              <a:buFont typeface="Arial" panose="020B0604020202020204" pitchFamily="34" charset="0"/>
              <a:buChar char="•"/>
              <a:defRPr sz="3600" kern="1200">
                <a:solidFill>
                  <a:schemeClr val="tx1"/>
                </a:solidFill>
                <a:latin typeface="+mn-lt"/>
                <a:ea typeface="+mn-ea"/>
                <a:cs typeface="+mn-cs"/>
              </a:defRPr>
            </a:lvl2pPr>
            <a:lvl3pPr marL="1700696" indent="-340139" algn="l" defTabSz="1360557" rtl="0" eaLnBrk="1" latinLnBrk="0" hangingPunct="1">
              <a:lnSpc>
                <a:spcPct val="90000"/>
              </a:lnSpc>
              <a:spcBef>
                <a:spcPts val="744"/>
              </a:spcBef>
              <a:buFont typeface="Arial" panose="020B0604020202020204" pitchFamily="34" charset="0"/>
              <a:buChar char="•"/>
              <a:defRPr sz="3000" kern="1200">
                <a:solidFill>
                  <a:schemeClr val="tx1"/>
                </a:solidFill>
                <a:latin typeface="+mn-lt"/>
                <a:ea typeface="+mn-ea"/>
                <a:cs typeface="+mn-cs"/>
              </a:defRPr>
            </a:lvl3pPr>
            <a:lvl4pPr marL="2380974"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4pPr>
            <a:lvl5pPr marL="3061253"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5pPr>
            <a:lvl6pPr marL="3741531"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6pPr>
            <a:lvl7pPr marL="4421811"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7pPr>
            <a:lvl8pPr marL="5102089"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8pPr>
            <a:lvl9pPr marL="5782367"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9pPr>
          </a:lstStyle>
          <a:p>
            <a:endParaRPr lang="en-US" sz="1333" dirty="0"/>
          </a:p>
        </p:txBody>
      </p:sp>
      <p:pic>
        <p:nvPicPr>
          <p:cNvPr id="3" name="Picture 3">
            <a:extLst>
              <a:ext uri="{FF2B5EF4-FFF2-40B4-BE49-F238E27FC236}">
                <a16:creationId xmlns:a16="http://schemas.microsoft.com/office/drawing/2014/main" id="{C8716E49-11BE-C7D4-F648-BD398BDB82D5}"/>
              </a:ext>
            </a:extLst>
          </p:cNvPr>
          <p:cNvPicPr>
            <a:picLocks noChangeAspect="1"/>
          </p:cNvPicPr>
          <p:nvPr/>
        </p:nvPicPr>
        <p:blipFill>
          <a:blip r:embed="rId3"/>
          <a:stretch>
            <a:fillRect/>
          </a:stretch>
        </p:blipFill>
        <p:spPr>
          <a:xfrm>
            <a:off x="1790700" y="2026920"/>
            <a:ext cx="2743200" cy="685800"/>
          </a:xfrm>
          <a:prstGeom prst="rect">
            <a:avLst/>
          </a:prstGeom>
        </p:spPr>
      </p:pic>
      <p:pic>
        <p:nvPicPr>
          <p:cNvPr id="4" name="Picture 4" descr="Graphical user interface, text, application&#10;&#10;Description automatically generated">
            <a:extLst>
              <a:ext uri="{FF2B5EF4-FFF2-40B4-BE49-F238E27FC236}">
                <a16:creationId xmlns:a16="http://schemas.microsoft.com/office/drawing/2014/main" id="{4C6E90D4-E742-59B6-D549-69987C5BB902}"/>
              </a:ext>
            </a:extLst>
          </p:cNvPr>
          <p:cNvPicPr>
            <a:picLocks noChangeAspect="1"/>
          </p:cNvPicPr>
          <p:nvPr/>
        </p:nvPicPr>
        <p:blipFill>
          <a:blip r:embed="rId4"/>
          <a:stretch>
            <a:fillRect/>
          </a:stretch>
        </p:blipFill>
        <p:spPr>
          <a:xfrm>
            <a:off x="2796540" y="3052939"/>
            <a:ext cx="3931920" cy="813081"/>
          </a:xfrm>
          <a:prstGeom prst="rect">
            <a:avLst/>
          </a:prstGeom>
        </p:spPr>
      </p:pic>
      <p:pic>
        <p:nvPicPr>
          <p:cNvPr id="5" name="Picture 6" descr="Graphical user interface, text, application&#10;&#10;Description automatically generated">
            <a:extLst>
              <a:ext uri="{FF2B5EF4-FFF2-40B4-BE49-F238E27FC236}">
                <a16:creationId xmlns:a16="http://schemas.microsoft.com/office/drawing/2014/main" id="{E46CEB66-D4E4-BB33-754C-A257137FB932}"/>
              </a:ext>
            </a:extLst>
          </p:cNvPr>
          <p:cNvPicPr>
            <a:picLocks noChangeAspect="1"/>
          </p:cNvPicPr>
          <p:nvPr/>
        </p:nvPicPr>
        <p:blipFill>
          <a:blip r:embed="rId5"/>
          <a:stretch>
            <a:fillRect/>
          </a:stretch>
        </p:blipFill>
        <p:spPr>
          <a:xfrm>
            <a:off x="5040351" y="4039558"/>
            <a:ext cx="4164980" cy="906908"/>
          </a:xfrm>
          <a:prstGeom prst="rect">
            <a:avLst/>
          </a:prstGeom>
        </p:spPr>
      </p:pic>
    </p:spTree>
    <p:extLst>
      <p:ext uri="{BB962C8B-B14F-4D97-AF65-F5344CB8AC3E}">
        <p14:creationId xmlns:p14="http://schemas.microsoft.com/office/powerpoint/2010/main" val="19172514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EC7BD-6F2F-5143-A996-D01CBF63184B}"/>
              </a:ext>
            </a:extLst>
          </p:cNvPr>
          <p:cNvSpPr>
            <a:spLocks noGrp="1"/>
          </p:cNvSpPr>
          <p:nvPr>
            <p:ph type="title"/>
          </p:nvPr>
        </p:nvSpPr>
        <p:spPr>
          <a:xfrm>
            <a:off x="545573" y="306659"/>
            <a:ext cx="10645935" cy="950286"/>
          </a:xfrm>
        </p:spPr>
        <p:txBody>
          <a:bodyPr/>
          <a:lstStyle/>
          <a:p>
            <a:br>
              <a:rPr lang="en-US" sz="3200" dirty="0"/>
            </a:br>
            <a:endParaRPr lang="en-US" dirty="0"/>
          </a:p>
        </p:txBody>
      </p:sp>
      <p:sp>
        <p:nvSpPr>
          <p:cNvPr id="4" name="TextBox 3">
            <a:extLst>
              <a:ext uri="{FF2B5EF4-FFF2-40B4-BE49-F238E27FC236}">
                <a16:creationId xmlns:a16="http://schemas.microsoft.com/office/drawing/2014/main" id="{CEDC363A-AA1A-33A8-FA01-DC2826C4E018}"/>
              </a:ext>
            </a:extLst>
          </p:cNvPr>
          <p:cNvSpPr txBox="1"/>
          <p:nvPr/>
        </p:nvSpPr>
        <p:spPr>
          <a:xfrm>
            <a:off x="514815" y="449766"/>
            <a:ext cx="7426712"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dirty="0" err="1"/>
              <a:t>L</a:t>
            </a:r>
            <a:r>
              <a:rPr lang="en-US" sz="2900" b="1" dirty="0" err="1"/>
              <a:t>iskov</a:t>
            </a:r>
            <a:r>
              <a:rPr lang="en-US" sz="2900" b="1" dirty="0"/>
              <a:t> substitution principle</a:t>
            </a:r>
            <a:r>
              <a:rPr lang="en-US" b="1" dirty="0"/>
              <a:t> </a:t>
            </a:r>
            <a:endParaRPr lang="en-US" dirty="0"/>
          </a:p>
        </p:txBody>
      </p:sp>
      <p:pic>
        <p:nvPicPr>
          <p:cNvPr id="5" name="Picture 5" descr="Graphical user interface, text, application&#10;&#10;Description automatically generated">
            <a:extLst>
              <a:ext uri="{FF2B5EF4-FFF2-40B4-BE49-F238E27FC236}">
                <a16:creationId xmlns:a16="http://schemas.microsoft.com/office/drawing/2014/main" id="{6AC9004B-105D-8623-5D95-20345DB6D1FC}"/>
              </a:ext>
            </a:extLst>
          </p:cNvPr>
          <p:cNvPicPr>
            <a:picLocks noChangeAspect="1"/>
          </p:cNvPicPr>
          <p:nvPr/>
        </p:nvPicPr>
        <p:blipFill>
          <a:blip r:embed="rId2"/>
          <a:stretch>
            <a:fillRect/>
          </a:stretch>
        </p:blipFill>
        <p:spPr>
          <a:xfrm>
            <a:off x="1617999" y="1371600"/>
            <a:ext cx="4792882" cy="4430751"/>
          </a:xfrm>
          <a:prstGeom prst="rect">
            <a:avLst/>
          </a:prstGeom>
        </p:spPr>
      </p:pic>
    </p:spTree>
    <p:extLst>
      <p:ext uri="{BB962C8B-B14F-4D97-AF65-F5344CB8AC3E}">
        <p14:creationId xmlns:p14="http://schemas.microsoft.com/office/powerpoint/2010/main" val="848482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EC7BD-6F2F-5143-A996-D01CBF63184B}"/>
              </a:ext>
            </a:extLst>
          </p:cNvPr>
          <p:cNvSpPr>
            <a:spLocks noGrp="1"/>
          </p:cNvSpPr>
          <p:nvPr>
            <p:ph type="title"/>
          </p:nvPr>
        </p:nvSpPr>
        <p:spPr>
          <a:xfrm>
            <a:off x="773032" y="425297"/>
            <a:ext cx="10645935" cy="950286"/>
          </a:xfrm>
        </p:spPr>
        <p:txBody>
          <a:bodyPr/>
          <a:lstStyle/>
          <a:p>
            <a:br>
              <a:rPr lang="en-US" sz="3200" dirty="0"/>
            </a:br>
            <a:endParaRPr lang="en-US" dirty="0"/>
          </a:p>
        </p:txBody>
      </p:sp>
      <p:sp>
        <p:nvSpPr>
          <p:cNvPr id="3" name="TextBox 2">
            <a:extLst>
              <a:ext uri="{FF2B5EF4-FFF2-40B4-BE49-F238E27FC236}">
                <a16:creationId xmlns:a16="http://schemas.microsoft.com/office/drawing/2014/main" id="{456B0B4A-748D-2346-2E5E-D4AEA338459F}"/>
              </a:ext>
            </a:extLst>
          </p:cNvPr>
          <p:cNvSpPr txBox="1"/>
          <p:nvPr/>
        </p:nvSpPr>
        <p:spPr>
          <a:xfrm>
            <a:off x="598449" y="524107"/>
            <a:ext cx="7751956"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dirty="0">
                <a:ea typeface="+mn-lt"/>
                <a:cs typeface="+mn-lt"/>
              </a:rPr>
              <a:t>I</a:t>
            </a:r>
            <a:r>
              <a:rPr lang="en-US" sz="2900" b="1" dirty="0">
                <a:ea typeface="+mn-lt"/>
                <a:cs typeface="+mn-lt"/>
              </a:rPr>
              <a:t>nterface segregation principle</a:t>
            </a:r>
            <a:endParaRPr lang="en-US" sz="2900" dirty="0"/>
          </a:p>
        </p:txBody>
      </p:sp>
      <p:pic>
        <p:nvPicPr>
          <p:cNvPr id="7" name="Picture 7" descr="Graphical user interface, text, application, email&#10;&#10;Description automatically generated">
            <a:extLst>
              <a:ext uri="{FF2B5EF4-FFF2-40B4-BE49-F238E27FC236}">
                <a16:creationId xmlns:a16="http://schemas.microsoft.com/office/drawing/2014/main" id="{81C5BBF6-1423-19EE-D438-D1E0654C1DFA}"/>
              </a:ext>
            </a:extLst>
          </p:cNvPr>
          <p:cNvPicPr>
            <a:picLocks noChangeAspect="1"/>
          </p:cNvPicPr>
          <p:nvPr/>
        </p:nvPicPr>
        <p:blipFill rotWithShape="1">
          <a:blip r:embed="rId2"/>
          <a:srcRect t="60000" r="-255" b="444"/>
          <a:stretch/>
        </p:blipFill>
        <p:spPr>
          <a:xfrm>
            <a:off x="5151863" y="1715238"/>
            <a:ext cx="4499523" cy="1216759"/>
          </a:xfrm>
          <a:prstGeom prst="rect">
            <a:avLst/>
          </a:prstGeom>
        </p:spPr>
      </p:pic>
      <p:pic>
        <p:nvPicPr>
          <p:cNvPr id="8" name="Picture 8" descr="Graphical user interface, text, application, email&#10;&#10;Description automatically generated">
            <a:extLst>
              <a:ext uri="{FF2B5EF4-FFF2-40B4-BE49-F238E27FC236}">
                <a16:creationId xmlns:a16="http://schemas.microsoft.com/office/drawing/2014/main" id="{FEC70C95-99B1-148C-FD76-A7B4B471AB9C}"/>
              </a:ext>
            </a:extLst>
          </p:cNvPr>
          <p:cNvPicPr>
            <a:picLocks noChangeAspect="1"/>
          </p:cNvPicPr>
          <p:nvPr/>
        </p:nvPicPr>
        <p:blipFill rotWithShape="1">
          <a:blip r:embed="rId3"/>
          <a:srcRect t="56175" r="-225" b="398"/>
          <a:stretch/>
        </p:blipFill>
        <p:spPr>
          <a:xfrm>
            <a:off x="328960" y="4180670"/>
            <a:ext cx="4146402" cy="1465113"/>
          </a:xfrm>
          <a:prstGeom prst="rect">
            <a:avLst/>
          </a:prstGeom>
        </p:spPr>
      </p:pic>
      <p:pic>
        <p:nvPicPr>
          <p:cNvPr id="9" name="Picture 9" descr="Graphical user interface, text, application&#10;&#10;Description automatically generated">
            <a:extLst>
              <a:ext uri="{FF2B5EF4-FFF2-40B4-BE49-F238E27FC236}">
                <a16:creationId xmlns:a16="http://schemas.microsoft.com/office/drawing/2014/main" id="{8E43D90A-5DAC-8D2F-5CAB-0111DE9507ED}"/>
              </a:ext>
            </a:extLst>
          </p:cNvPr>
          <p:cNvPicPr>
            <a:picLocks noChangeAspect="1"/>
          </p:cNvPicPr>
          <p:nvPr/>
        </p:nvPicPr>
        <p:blipFill rotWithShape="1">
          <a:blip r:embed="rId4"/>
          <a:srcRect t="35748" r="-289" b="234"/>
          <a:stretch/>
        </p:blipFill>
        <p:spPr>
          <a:xfrm>
            <a:off x="375425" y="1343945"/>
            <a:ext cx="3226427" cy="2544724"/>
          </a:xfrm>
          <a:prstGeom prst="rect">
            <a:avLst/>
          </a:prstGeom>
        </p:spPr>
      </p:pic>
      <p:pic>
        <p:nvPicPr>
          <p:cNvPr id="10" name="Picture 10" descr="Graphical user interface, text, application&#10;&#10;Description automatically generated">
            <a:extLst>
              <a:ext uri="{FF2B5EF4-FFF2-40B4-BE49-F238E27FC236}">
                <a16:creationId xmlns:a16="http://schemas.microsoft.com/office/drawing/2014/main" id="{A0EDDCDE-C38B-6E5A-88A3-9F3C3CA54781}"/>
              </a:ext>
            </a:extLst>
          </p:cNvPr>
          <p:cNvPicPr>
            <a:picLocks noChangeAspect="1"/>
          </p:cNvPicPr>
          <p:nvPr/>
        </p:nvPicPr>
        <p:blipFill rotWithShape="1">
          <a:blip r:embed="rId5"/>
          <a:srcRect t="47331" r="-168" b="356"/>
          <a:stretch/>
        </p:blipFill>
        <p:spPr>
          <a:xfrm>
            <a:off x="5347010" y="3287678"/>
            <a:ext cx="5558891" cy="1911457"/>
          </a:xfrm>
          <a:prstGeom prst="rect">
            <a:avLst/>
          </a:prstGeom>
        </p:spPr>
      </p:pic>
    </p:spTree>
    <p:extLst>
      <p:ext uri="{BB962C8B-B14F-4D97-AF65-F5344CB8AC3E}">
        <p14:creationId xmlns:p14="http://schemas.microsoft.com/office/powerpoint/2010/main" val="31559305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01224-0E77-E642-BC36-872070A67649}"/>
              </a:ext>
            </a:extLst>
          </p:cNvPr>
          <p:cNvSpPr>
            <a:spLocks noGrp="1"/>
          </p:cNvSpPr>
          <p:nvPr>
            <p:ph type="title"/>
          </p:nvPr>
        </p:nvSpPr>
        <p:spPr>
          <a:xfrm>
            <a:off x="610397" y="701406"/>
            <a:ext cx="10645935" cy="950286"/>
          </a:xfrm>
        </p:spPr>
        <p:txBody>
          <a:bodyPr/>
          <a:lstStyle/>
          <a:p>
            <a:br>
              <a:rPr lang="en-US" sz="3200" dirty="0"/>
            </a:br>
            <a:endParaRPr lang="en-US" dirty="0"/>
          </a:p>
        </p:txBody>
      </p:sp>
      <p:sp>
        <p:nvSpPr>
          <p:cNvPr id="3" name="TextBox 2">
            <a:extLst>
              <a:ext uri="{FF2B5EF4-FFF2-40B4-BE49-F238E27FC236}">
                <a16:creationId xmlns:a16="http://schemas.microsoft.com/office/drawing/2014/main" id="{F2F984B6-D737-5AF2-68CC-0CE447DDBD41}"/>
              </a:ext>
            </a:extLst>
          </p:cNvPr>
          <p:cNvSpPr txBox="1"/>
          <p:nvPr/>
        </p:nvSpPr>
        <p:spPr>
          <a:xfrm>
            <a:off x="4724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dirty="0">
              <a:cs typeface="Calibri"/>
            </a:endParaRPr>
          </a:p>
        </p:txBody>
      </p:sp>
      <p:sp>
        <p:nvSpPr>
          <p:cNvPr id="5" name="TextBox 1">
            <a:extLst>
              <a:ext uri="{FF2B5EF4-FFF2-40B4-BE49-F238E27FC236}">
                <a16:creationId xmlns:a16="http://schemas.microsoft.com/office/drawing/2014/main" id="{C98CE728-E9BD-9C04-A1EE-80F5475714E8}"/>
              </a:ext>
            </a:extLst>
          </p:cNvPr>
          <p:cNvSpPr txBox="1"/>
          <p:nvPr/>
        </p:nvSpPr>
        <p:spPr>
          <a:xfrm>
            <a:off x="812180" y="412595"/>
            <a:ext cx="6897029" cy="58477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b="1" dirty="0">
                <a:ea typeface="+mn-lt"/>
                <a:cs typeface="+mn-lt"/>
              </a:rPr>
              <a:t>D</a:t>
            </a:r>
            <a:r>
              <a:rPr lang="en-US" sz="2900" b="1" dirty="0">
                <a:ea typeface="+mn-lt"/>
                <a:cs typeface="+mn-lt"/>
              </a:rPr>
              <a:t>ependency inversion principle</a:t>
            </a:r>
            <a:endParaRPr lang="en-US" sz="2900" dirty="0"/>
          </a:p>
        </p:txBody>
      </p:sp>
      <p:pic>
        <p:nvPicPr>
          <p:cNvPr id="4" name="Picture 7">
            <a:extLst>
              <a:ext uri="{FF2B5EF4-FFF2-40B4-BE49-F238E27FC236}">
                <a16:creationId xmlns:a16="http://schemas.microsoft.com/office/drawing/2014/main" id="{9EFCEED1-23F4-34EA-EEF1-B001B754FA7B}"/>
              </a:ext>
            </a:extLst>
          </p:cNvPr>
          <p:cNvPicPr>
            <a:picLocks noChangeAspect="1"/>
          </p:cNvPicPr>
          <p:nvPr/>
        </p:nvPicPr>
        <p:blipFill rotWithShape="1">
          <a:blip r:embed="rId2"/>
          <a:srcRect l="200" t="60221" r="-300" b="-2762"/>
          <a:stretch/>
        </p:blipFill>
        <p:spPr>
          <a:xfrm>
            <a:off x="812181" y="1466911"/>
            <a:ext cx="9294551" cy="1428260"/>
          </a:xfrm>
          <a:prstGeom prst="rect">
            <a:avLst/>
          </a:prstGeom>
        </p:spPr>
      </p:pic>
    </p:spTree>
    <p:extLst>
      <p:ext uri="{BB962C8B-B14F-4D97-AF65-F5344CB8AC3E}">
        <p14:creationId xmlns:p14="http://schemas.microsoft.com/office/powerpoint/2010/main" val="4088784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a:extLst>
              <a:ext uri="{FF2B5EF4-FFF2-40B4-BE49-F238E27FC236}">
                <a16:creationId xmlns:a16="http://schemas.microsoft.com/office/drawing/2014/main" id="{C8D2ABBC-7F98-0B80-6061-F51C056E0E29}"/>
              </a:ext>
            </a:extLst>
          </p:cNvPr>
          <p:cNvPicPr>
            <a:picLocks noGrp="1" noChangeAspect="1"/>
          </p:cNvPicPr>
          <p:nvPr>
            <p:ph type="pic" sz="quarter" idx="14"/>
          </p:nvPr>
        </p:nvPicPr>
        <p:blipFill rotWithShape="1">
          <a:blip r:embed="rId2"/>
          <a:srcRect l="11013" r="11013"/>
          <a:stretch/>
        </p:blipFill>
        <p:spPr>
          <a:xfrm>
            <a:off x="6475055" y="-170772"/>
            <a:ext cx="5716946" cy="7199543"/>
          </a:xfrm>
        </p:spPr>
      </p:pic>
    </p:spTree>
    <p:extLst>
      <p:ext uri="{BB962C8B-B14F-4D97-AF65-F5344CB8AC3E}">
        <p14:creationId xmlns:p14="http://schemas.microsoft.com/office/powerpoint/2010/main" val="30121752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126</Words>
  <Application>Microsoft Office PowerPoint</Application>
  <PresentationFormat>Widescreen</PresentationFormat>
  <Paragraphs>14</Paragraphs>
  <Slides>8</Slides>
  <Notes>3</Notes>
  <HiddenSlides>0</HiddenSlides>
  <MMClips>0</MMClips>
  <ScaleCrop>false</ScaleCrop>
  <HeadingPairs>
    <vt:vector size="4" baseType="variant">
      <vt:variant>
        <vt:lpstr>Theme</vt:lpstr>
      </vt:variant>
      <vt:variant>
        <vt:i4>2</vt:i4>
      </vt:variant>
      <vt:variant>
        <vt:lpstr>Slide Titles</vt:lpstr>
      </vt:variant>
      <vt:variant>
        <vt:i4>8</vt:i4>
      </vt:variant>
    </vt:vector>
  </HeadingPairs>
  <TitlesOfParts>
    <vt:vector size="10" baseType="lpstr">
      <vt:lpstr>Office Theme</vt:lpstr>
      <vt:lpstr>Office Theme</vt:lpstr>
      <vt:lpstr>PowerPoint Presentation</vt:lpstr>
      <vt:lpstr>Solid Principle</vt:lpstr>
      <vt:lpstr>Single-responsibility principle</vt:lpstr>
      <vt:lpstr>Open-closed principle</vt:lpstr>
      <vt:lpstr> </vt:lpstr>
      <vt:lpstr> </vt:lpstr>
      <vt:lpstr>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Synergy</dc:title>
  <dc:creator>Hemalatha Manu Anand</dc:creator>
  <cp:lastModifiedBy>Snigdha Agarwal</cp:lastModifiedBy>
  <cp:revision>230</cp:revision>
  <dcterms:created xsi:type="dcterms:W3CDTF">2020-06-30T04:13:35Z</dcterms:created>
  <dcterms:modified xsi:type="dcterms:W3CDTF">2022-03-29T08:21:17Z</dcterms:modified>
</cp:coreProperties>
</file>