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72" r:id="rId2"/>
  </p:sldMasterIdLst>
  <p:notesMasterIdLst>
    <p:notesMasterId r:id="rId11"/>
  </p:notesMasterIdLst>
  <p:sldIdLst>
    <p:sldId id="288" r:id="rId3"/>
    <p:sldId id="260" r:id="rId4"/>
    <p:sldId id="279" r:id="rId5"/>
    <p:sldId id="278" r:id="rId6"/>
    <p:sldId id="281" r:id="rId7"/>
    <p:sldId id="289" r:id="rId8"/>
    <p:sldId id="287" r:id="rId9"/>
    <p:sldId id="277"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65AA3"/>
    <a:srgbClr val="8822A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D6B9426-6EA9-47A2-BE26-7EAC9EF78E22}" v="537" dt="2022-03-24T08:09:56.021"/>
    <p1510:client id="{6208E23E-3A8D-4217-80FB-92E8F0D7DD2E}" v="18" dt="2022-03-24T05:38:14.591"/>
    <p1510:client id="{EE52687F-CF8F-45D2-9AC2-BE04E1BE3EBF}" v="121" dt="2022-03-24T05:54:15.58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84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Master" Target="slideMasters/slideMaster2.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tableStyles" Target="tableStyle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enkateshwaran M" userId="7fbd2cdb80055662" providerId="Windows Live" clId="Web-{EE52687F-CF8F-45D2-9AC2-BE04E1BE3EBF}"/>
    <pc:docChg chg="modSld">
      <pc:chgData name="Venkateshwaran M" userId="7fbd2cdb80055662" providerId="Windows Live" clId="Web-{EE52687F-CF8F-45D2-9AC2-BE04E1BE3EBF}" dt="2022-03-24T05:54:13.424" v="79" actId="20577"/>
      <pc:docMkLst>
        <pc:docMk/>
      </pc:docMkLst>
      <pc:sldChg chg="addSp modSp">
        <pc:chgData name="Venkateshwaran M" userId="7fbd2cdb80055662" providerId="Windows Live" clId="Web-{EE52687F-CF8F-45D2-9AC2-BE04E1BE3EBF}" dt="2022-03-24T05:50:58.232" v="24" actId="1076"/>
        <pc:sldMkLst>
          <pc:docMk/>
          <pc:sldMk cId="1676885948" sldId="260"/>
        </pc:sldMkLst>
        <pc:spChg chg="mod">
          <ac:chgData name="Venkateshwaran M" userId="7fbd2cdb80055662" providerId="Windows Live" clId="Web-{EE52687F-CF8F-45D2-9AC2-BE04E1BE3EBF}" dt="2022-03-24T05:50:16.888" v="12" actId="20577"/>
          <ac:spMkLst>
            <pc:docMk/>
            <pc:sldMk cId="1676885948" sldId="260"/>
            <ac:spMk id="2" creationId="{00000000-0000-0000-0000-000000000000}"/>
          </ac:spMkLst>
        </pc:spChg>
        <pc:spChg chg="add mod">
          <ac:chgData name="Venkateshwaran M" userId="7fbd2cdb80055662" providerId="Windows Live" clId="Web-{EE52687F-CF8F-45D2-9AC2-BE04E1BE3EBF}" dt="2022-03-24T05:50:58.232" v="24" actId="1076"/>
          <ac:spMkLst>
            <pc:docMk/>
            <pc:sldMk cId="1676885948" sldId="260"/>
            <ac:spMk id="3" creationId="{AD0B7F42-3625-28F5-D179-71829A383BD2}"/>
          </ac:spMkLst>
        </pc:spChg>
      </pc:sldChg>
      <pc:sldChg chg="addSp delSp modSp">
        <pc:chgData name="Venkateshwaran M" userId="7fbd2cdb80055662" providerId="Windows Live" clId="Web-{EE52687F-CF8F-45D2-9AC2-BE04E1BE3EBF}" dt="2022-03-24T05:52:24.484" v="44" actId="14100"/>
        <pc:sldMkLst>
          <pc:docMk/>
          <pc:sldMk cId="1917251404" sldId="278"/>
        </pc:sldMkLst>
        <pc:spChg chg="mod">
          <ac:chgData name="Venkateshwaran M" userId="7fbd2cdb80055662" providerId="Windows Live" clId="Web-{EE52687F-CF8F-45D2-9AC2-BE04E1BE3EBF}" dt="2022-03-24T05:51:55.140" v="34" actId="20577"/>
          <ac:spMkLst>
            <pc:docMk/>
            <pc:sldMk cId="1917251404" sldId="278"/>
            <ac:spMk id="2" creationId="{00000000-0000-0000-0000-000000000000}"/>
          </ac:spMkLst>
        </pc:spChg>
        <pc:spChg chg="del">
          <ac:chgData name="Venkateshwaran M" userId="7fbd2cdb80055662" providerId="Windows Live" clId="Web-{EE52687F-CF8F-45D2-9AC2-BE04E1BE3EBF}" dt="2022-03-24T05:51:56.593" v="35"/>
          <ac:spMkLst>
            <pc:docMk/>
            <pc:sldMk cId="1917251404" sldId="278"/>
            <ac:spMk id="3" creationId="{00000000-0000-0000-0000-000000000000}"/>
          </ac:spMkLst>
        </pc:spChg>
        <pc:spChg chg="add mod">
          <ac:chgData name="Venkateshwaran M" userId="7fbd2cdb80055662" providerId="Windows Live" clId="Web-{EE52687F-CF8F-45D2-9AC2-BE04E1BE3EBF}" dt="2022-03-24T05:52:24.484" v="44" actId="14100"/>
          <ac:spMkLst>
            <pc:docMk/>
            <pc:sldMk cId="1917251404" sldId="278"/>
            <ac:spMk id="4" creationId="{7247F9A0-E87C-FF28-CD0C-8D11D8EB8142}"/>
          </ac:spMkLst>
        </pc:spChg>
        <pc:spChg chg="del">
          <ac:chgData name="Venkateshwaran M" userId="7fbd2cdb80055662" providerId="Windows Live" clId="Web-{EE52687F-CF8F-45D2-9AC2-BE04E1BE3EBF}" dt="2022-03-24T05:51:59.233" v="38"/>
          <ac:spMkLst>
            <pc:docMk/>
            <pc:sldMk cId="1917251404" sldId="278"/>
            <ac:spMk id="5" creationId="{DDC85936-DD87-D54E-A868-F41671D10C91}"/>
          </ac:spMkLst>
        </pc:spChg>
        <pc:spChg chg="del">
          <ac:chgData name="Venkateshwaran M" userId="7fbd2cdb80055662" providerId="Windows Live" clId="Web-{EE52687F-CF8F-45D2-9AC2-BE04E1BE3EBF}" dt="2022-03-24T05:51:57.515" v="36"/>
          <ac:spMkLst>
            <pc:docMk/>
            <pc:sldMk cId="1917251404" sldId="278"/>
            <ac:spMk id="8" creationId="{00000000-0000-0000-0000-000000000000}"/>
          </ac:spMkLst>
        </pc:spChg>
        <pc:spChg chg="del">
          <ac:chgData name="Venkateshwaran M" userId="7fbd2cdb80055662" providerId="Windows Live" clId="Web-{EE52687F-CF8F-45D2-9AC2-BE04E1BE3EBF}" dt="2022-03-24T05:51:58.015" v="37"/>
          <ac:spMkLst>
            <pc:docMk/>
            <pc:sldMk cId="1917251404" sldId="278"/>
            <ac:spMk id="11" creationId="{00000000-0000-0000-0000-000000000000}"/>
          </ac:spMkLst>
        </pc:spChg>
      </pc:sldChg>
      <pc:sldChg chg="addSp delSp modSp">
        <pc:chgData name="Venkateshwaran M" userId="7fbd2cdb80055662" providerId="Windows Live" clId="Web-{EE52687F-CF8F-45D2-9AC2-BE04E1BE3EBF}" dt="2022-03-24T05:51:52.186" v="32" actId="20577"/>
        <pc:sldMkLst>
          <pc:docMk/>
          <pc:sldMk cId="2918643661" sldId="279"/>
        </pc:sldMkLst>
        <pc:spChg chg="mod">
          <ac:chgData name="Venkateshwaran M" userId="7fbd2cdb80055662" providerId="Windows Live" clId="Web-{EE52687F-CF8F-45D2-9AC2-BE04E1BE3EBF}" dt="2022-03-24T05:51:23.436" v="26" actId="20577"/>
          <ac:spMkLst>
            <pc:docMk/>
            <pc:sldMk cId="2918643661" sldId="279"/>
            <ac:spMk id="2" creationId="{00000000-0000-0000-0000-000000000000}"/>
          </ac:spMkLst>
        </pc:spChg>
        <pc:spChg chg="add mod">
          <ac:chgData name="Venkateshwaran M" userId="7fbd2cdb80055662" providerId="Windows Live" clId="Web-{EE52687F-CF8F-45D2-9AC2-BE04E1BE3EBF}" dt="2022-03-24T05:51:52.186" v="32" actId="20577"/>
          <ac:spMkLst>
            <pc:docMk/>
            <pc:sldMk cId="2918643661" sldId="279"/>
            <ac:spMk id="4" creationId="{D6DF8E67-19B6-DAF1-5270-135418D90D65}"/>
          </ac:spMkLst>
        </pc:spChg>
        <pc:spChg chg="del">
          <ac:chgData name="Venkateshwaran M" userId="7fbd2cdb80055662" providerId="Windows Live" clId="Web-{EE52687F-CF8F-45D2-9AC2-BE04E1BE3EBF}" dt="2022-03-24T05:51:25.077" v="27"/>
          <ac:spMkLst>
            <pc:docMk/>
            <pc:sldMk cId="2918643661" sldId="279"/>
            <ac:spMk id="8" creationId="{00000000-0000-0000-0000-000000000000}"/>
          </ac:spMkLst>
        </pc:spChg>
      </pc:sldChg>
      <pc:sldChg chg="addSp modSp">
        <pc:chgData name="Venkateshwaran M" userId="7fbd2cdb80055662" providerId="Windows Live" clId="Web-{EE52687F-CF8F-45D2-9AC2-BE04E1BE3EBF}" dt="2022-03-24T05:54:13.424" v="79" actId="20577"/>
        <pc:sldMkLst>
          <pc:docMk/>
          <pc:sldMk cId="3155930527" sldId="281"/>
        </pc:sldMkLst>
        <pc:spChg chg="add mod">
          <ac:chgData name="Venkateshwaran M" userId="7fbd2cdb80055662" providerId="Windows Live" clId="Web-{EE52687F-CF8F-45D2-9AC2-BE04E1BE3EBF}" dt="2022-03-24T05:53:54.408" v="72" actId="1076"/>
          <ac:spMkLst>
            <pc:docMk/>
            <pc:sldMk cId="3155930527" sldId="281"/>
            <ac:spMk id="3" creationId="{AD863851-C2BD-AB82-CB71-F9E99FB994FB}"/>
          </ac:spMkLst>
        </pc:spChg>
        <pc:spChg chg="add mod">
          <ac:chgData name="Venkateshwaran M" userId="7fbd2cdb80055662" providerId="Windows Live" clId="Web-{EE52687F-CF8F-45D2-9AC2-BE04E1BE3EBF}" dt="2022-03-24T05:54:13.424" v="79" actId="20577"/>
          <ac:spMkLst>
            <pc:docMk/>
            <pc:sldMk cId="3155930527" sldId="281"/>
            <ac:spMk id="4" creationId="{7EB34C2F-273F-2A05-3D12-8924E711B65B}"/>
          </ac:spMkLst>
        </pc:spChg>
      </pc:sldChg>
      <pc:sldChg chg="addSp delSp modSp">
        <pc:chgData name="Venkateshwaran M" userId="7fbd2cdb80055662" providerId="Windows Live" clId="Web-{EE52687F-CF8F-45D2-9AC2-BE04E1BE3EBF}" dt="2022-03-24T05:53:24.329" v="64" actId="14100"/>
        <pc:sldMkLst>
          <pc:docMk/>
          <pc:sldMk cId="848482602" sldId="287"/>
        </pc:sldMkLst>
        <pc:spChg chg="mod">
          <ac:chgData name="Venkateshwaran M" userId="7fbd2cdb80055662" providerId="Windows Live" clId="Web-{EE52687F-CF8F-45D2-9AC2-BE04E1BE3EBF}" dt="2022-03-24T05:53:24.329" v="64" actId="14100"/>
          <ac:spMkLst>
            <pc:docMk/>
            <pc:sldMk cId="848482602" sldId="287"/>
            <ac:spMk id="3" creationId="{1AFB29DD-AC87-F25F-8063-23CD852DEA44}"/>
          </ac:spMkLst>
        </pc:spChg>
        <pc:spChg chg="del mod">
          <ac:chgData name="Venkateshwaran M" userId="7fbd2cdb80055662" providerId="Windows Live" clId="Web-{EE52687F-CF8F-45D2-9AC2-BE04E1BE3EBF}" dt="2022-03-24T05:53:15.563" v="59"/>
          <ac:spMkLst>
            <pc:docMk/>
            <pc:sldMk cId="848482602" sldId="287"/>
            <ac:spMk id="4" creationId="{CF3F2C23-AB4C-EFB4-1646-F33E3A3119EB}"/>
          </ac:spMkLst>
        </pc:spChg>
        <pc:spChg chg="del">
          <ac:chgData name="Venkateshwaran M" userId="7fbd2cdb80055662" providerId="Windows Live" clId="Web-{EE52687F-CF8F-45D2-9AC2-BE04E1BE3EBF}" dt="2022-03-24T05:53:01.735" v="57"/>
          <ac:spMkLst>
            <pc:docMk/>
            <pc:sldMk cId="848482602" sldId="287"/>
            <ac:spMk id="5" creationId="{883B92B8-03CF-B081-8E21-F3BE1A8C6259}"/>
          </ac:spMkLst>
        </pc:spChg>
        <pc:spChg chg="add mod">
          <ac:chgData name="Venkateshwaran M" userId="7fbd2cdb80055662" providerId="Windows Live" clId="Web-{EE52687F-CF8F-45D2-9AC2-BE04E1BE3EBF}" dt="2022-03-24T05:52:58.063" v="56" actId="1076"/>
          <ac:spMkLst>
            <pc:docMk/>
            <pc:sldMk cId="848482602" sldId="287"/>
            <ac:spMk id="6" creationId="{34B6EACA-F84D-1447-3456-E7D0F1889818}"/>
          </ac:spMkLst>
        </pc:spChg>
      </pc:sldChg>
    </pc:docChg>
  </pc:docChgLst>
  <pc:docChgLst>
    <pc:chgData name="Venkateshwaran M" userId="7fbd2cdb80055662" providerId="Windows Live" clId="Web-{4D6B9426-6EA9-47A2-BE26-7EAC9EF78E22}"/>
    <pc:docChg chg="addSld delSld modSld sldOrd">
      <pc:chgData name="Venkateshwaran M" userId="7fbd2cdb80055662" providerId="Windows Live" clId="Web-{4D6B9426-6EA9-47A2-BE26-7EAC9EF78E22}" dt="2022-03-24T08:09:56.021" v="339" actId="20577"/>
      <pc:docMkLst>
        <pc:docMk/>
      </pc:docMkLst>
      <pc:sldChg chg="addSp delSp modSp add del">
        <pc:chgData name="Venkateshwaran M" userId="7fbd2cdb80055662" providerId="Windows Live" clId="Web-{4D6B9426-6EA9-47A2-BE26-7EAC9EF78E22}" dt="2022-03-24T08:09:48.615" v="337"/>
        <pc:sldMkLst>
          <pc:docMk/>
          <pc:sldMk cId="972584162" sldId="277"/>
        </pc:sldMkLst>
        <pc:spChg chg="add del">
          <ac:chgData name="Venkateshwaran M" userId="7fbd2cdb80055662" providerId="Windows Live" clId="Web-{4D6B9426-6EA9-47A2-BE26-7EAC9EF78E22}" dt="2022-03-24T07:20:28.341" v="131"/>
          <ac:spMkLst>
            <pc:docMk/>
            <pc:sldMk cId="972584162" sldId="277"/>
            <ac:spMk id="2" creationId="{D74EA480-89F8-1762-A577-873F3C4924DE}"/>
          </ac:spMkLst>
        </pc:spChg>
        <pc:spChg chg="add del mod">
          <ac:chgData name="Venkateshwaran M" userId="7fbd2cdb80055662" providerId="Windows Live" clId="Web-{4D6B9426-6EA9-47A2-BE26-7EAC9EF78E22}" dt="2022-03-24T07:20:37.091" v="133"/>
          <ac:spMkLst>
            <pc:docMk/>
            <pc:sldMk cId="972584162" sldId="277"/>
            <ac:spMk id="5" creationId="{0AE0EB80-E3BF-6BD0-A83E-9C5B3A510529}"/>
          </ac:spMkLst>
        </pc:spChg>
        <pc:spChg chg="add del mod">
          <ac:chgData name="Venkateshwaran M" userId="7fbd2cdb80055662" providerId="Windows Live" clId="Web-{4D6B9426-6EA9-47A2-BE26-7EAC9EF78E22}" dt="2022-03-24T07:21:32.952" v="149"/>
          <ac:spMkLst>
            <pc:docMk/>
            <pc:sldMk cId="972584162" sldId="277"/>
            <ac:spMk id="6" creationId="{22363607-2929-1CD7-1C9F-5A06467A17E6}"/>
          </ac:spMkLst>
        </pc:spChg>
        <pc:spChg chg="add del">
          <ac:chgData name="Venkateshwaran M" userId="7fbd2cdb80055662" providerId="Windows Live" clId="Web-{4D6B9426-6EA9-47A2-BE26-7EAC9EF78E22}" dt="2022-03-24T07:21:26.655" v="145"/>
          <ac:spMkLst>
            <pc:docMk/>
            <pc:sldMk cId="972584162" sldId="277"/>
            <ac:spMk id="7" creationId="{3048DAC2-F8E4-37B9-D026-637FB4105F1B}"/>
          </ac:spMkLst>
        </pc:spChg>
        <pc:spChg chg="add del">
          <ac:chgData name="Venkateshwaran M" userId="7fbd2cdb80055662" providerId="Windows Live" clId="Web-{4D6B9426-6EA9-47A2-BE26-7EAC9EF78E22}" dt="2022-03-24T07:21:27.608" v="146"/>
          <ac:spMkLst>
            <pc:docMk/>
            <pc:sldMk cId="972584162" sldId="277"/>
            <ac:spMk id="8" creationId="{7DA03843-9AAE-21EF-C843-0390E467EAAA}"/>
          </ac:spMkLst>
        </pc:spChg>
        <pc:spChg chg="add del mod">
          <ac:chgData name="Venkateshwaran M" userId="7fbd2cdb80055662" providerId="Windows Live" clId="Web-{4D6B9426-6EA9-47A2-BE26-7EAC9EF78E22}" dt="2022-03-24T07:22:39.141" v="156"/>
          <ac:spMkLst>
            <pc:docMk/>
            <pc:sldMk cId="972584162" sldId="277"/>
            <ac:spMk id="9" creationId="{89594FCD-635A-4A87-2EB6-8A6C60C50088}"/>
          </ac:spMkLst>
        </pc:spChg>
        <pc:spChg chg="add del mod">
          <ac:chgData name="Venkateshwaran M" userId="7fbd2cdb80055662" providerId="Windows Live" clId="Web-{4D6B9426-6EA9-47A2-BE26-7EAC9EF78E22}" dt="2022-03-24T08:09:48.615" v="337"/>
          <ac:spMkLst>
            <pc:docMk/>
            <pc:sldMk cId="972584162" sldId="277"/>
            <ac:spMk id="10" creationId="{BA23592B-4367-29BE-70B4-B3801884150B}"/>
          </ac:spMkLst>
        </pc:spChg>
        <pc:spChg chg="add del mod">
          <ac:chgData name="Venkateshwaran M" userId="7fbd2cdb80055662" providerId="Windows Live" clId="Web-{4D6B9426-6EA9-47A2-BE26-7EAC9EF78E22}" dt="2022-03-24T07:24:15.440" v="173"/>
          <ac:spMkLst>
            <pc:docMk/>
            <pc:sldMk cId="972584162" sldId="277"/>
            <ac:spMk id="11" creationId="{6FE4941D-D924-FFD6-1D2B-49DF8DC8728A}"/>
          </ac:spMkLst>
        </pc:spChg>
        <pc:spChg chg="add del">
          <ac:chgData name="Venkateshwaran M" userId="7fbd2cdb80055662" providerId="Windows Live" clId="Web-{4D6B9426-6EA9-47A2-BE26-7EAC9EF78E22}" dt="2022-03-24T07:24:21.550" v="176"/>
          <ac:spMkLst>
            <pc:docMk/>
            <pc:sldMk cId="972584162" sldId="277"/>
            <ac:spMk id="12" creationId="{CEF7D3C7-DDF2-11D3-46F6-8174D92B4ED3}"/>
          </ac:spMkLst>
        </pc:spChg>
        <pc:spChg chg="add mod">
          <ac:chgData name="Venkateshwaran M" userId="7fbd2cdb80055662" providerId="Windows Live" clId="Web-{4D6B9426-6EA9-47A2-BE26-7EAC9EF78E22}" dt="2022-03-24T07:25:04.457" v="206" actId="20577"/>
          <ac:spMkLst>
            <pc:docMk/>
            <pc:sldMk cId="972584162" sldId="277"/>
            <ac:spMk id="13" creationId="{D4A29744-C158-0AFA-F90B-B36283428F79}"/>
          </ac:spMkLst>
        </pc:spChg>
        <pc:picChg chg="add mod">
          <ac:chgData name="Venkateshwaran M" userId="7fbd2cdb80055662" providerId="Windows Live" clId="Web-{4D6B9426-6EA9-47A2-BE26-7EAC9EF78E22}" dt="2022-03-24T08:06:03.858" v="310" actId="14100"/>
          <ac:picMkLst>
            <pc:docMk/>
            <pc:sldMk cId="972584162" sldId="277"/>
            <ac:picMk id="2" creationId="{E097FF74-6D1F-9A35-B80B-607F0606F9CE}"/>
          </ac:picMkLst>
        </pc:picChg>
        <pc:picChg chg="del">
          <ac:chgData name="Venkateshwaran M" userId="7fbd2cdb80055662" providerId="Windows Live" clId="Web-{4D6B9426-6EA9-47A2-BE26-7EAC9EF78E22}" dt="2022-03-24T07:20:33.169" v="132"/>
          <ac:picMkLst>
            <pc:docMk/>
            <pc:sldMk cId="972584162" sldId="277"/>
            <ac:picMk id="3" creationId="{00000000-0000-0000-0000-000000000000}"/>
          </ac:picMkLst>
        </pc:picChg>
      </pc:sldChg>
      <pc:sldChg chg="modSp">
        <pc:chgData name="Venkateshwaran M" userId="7fbd2cdb80055662" providerId="Windows Live" clId="Web-{4D6B9426-6EA9-47A2-BE26-7EAC9EF78E22}" dt="2022-03-24T07:18:50.276" v="125" actId="20577"/>
        <pc:sldMkLst>
          <pc:docMk/>
          <pc:sldMk cId="2918643661" sldId="279"/>
        </pc:sldMkLst>
        <pc:spChg chg="mod">
          <ac:chgData name="Venkateshwaran M" userId="7fbd2cdb80055662" providerId="Windows Live" clId="Web-{4D6B9426-6EA9-47A2-BE26-7EAC9EF78E22}" dt="2022-03-24T07:18:50.276" v="125" actId="20577"/>
          <ac:spMkLst>
            <pc:docMk/>
            <pc:sldMk cId="2918643661" sldId="279"/>
            <ac:spMk id="4" creationId="{D6DF8E67-19B6-DAF1-5270-135418D90D65}"/>
          </ac:spMkLst>
        </pc:spChg>
      </pc:sldChg>
      <pc:sldChg chg="modSp ord">
        <pc:chgData name="Venkateshwaran M" userId="7fbd2cdb80055662" providerId="Windows Live" clId="Web-{4D6B9426-6EA9-47A2-BE26-7EAC9EF78E22}" dt="2022-03-24T08:09:56.021" v="339" actId="20577"/>
        <pc:sldMkLst>
          <pc:docMk/>
          <pc:sldMk cId="3155930527" sldId="281"/>
        </pc:sldMkLst>
        <pc:spChg chg="mod">
          <ac:chgData name="Venkateshwaran M" userId="7fbd2cdb80055662" providerId="Windows Live" clId="Web-{4D6B9426-6EA9-47A2-BE26-7EAC9EF78E22}" dt="2022-03-24T08:09:56.021" v="339" actId="20577"/>
          <ac:spMkLst>
            <pc:docMk/>
            <pc:sldMk cId="3155930527" sldId="281"/>
            <ac:spMk id="4" creationId="{7EB34C2F-273F-2A05-3D12-8924E711B65B}"/>
          </ac:spMkLst>
        </pc:spChg>
      </pc:sldChg>
      <pc:sldChg chg="del ord">
        <pc:chgData name="Venkateshwaran M" userId="7fbd2cdb80055662" providerId="Windows Live" clId="Web-{4D6B9426-6EA9-47A2-BE26-7EAC9EF78E22}" dt="2022-03-24T07:20:14.731" v="127"/>
        <pc:sldMkLst>
          <pc:docMk/>
          <pc:sldMk cId="408878482" sldId="282"/>
        </pc:sldMkLst>
      </pc:sldChg>
      <pc:sldChg chg="del">
        <pc:chgData name="Venkateshwaran M" userId="7fbd2cdb80055662" providerId="Windows Live" clId="Web-{4D6B9426-6EA9-47A2-BE26-7EAC9EF78E22}" dt="2022-03-24T07:20:19.200" v="129"/>
        <pc:sldMkLst>
          <pc:docMk/>
          <pc:sldMk cId="1687402724" sldId="283"/>
        </pc:sldMkLst>
      </pc:sldChg>
      <pc:sldChg chg="del">
        <pc:chgData name="Venkateshwaran M" userId="7fbd2cdb80055662" providerId="Windows Live" clId="Web-{4D6B9426-6EA9-47A2-BE26-7EAC9EF78E22}" dt="2022-03-24T07:20:17.325" v="128"/>
        <pc:sldMkLst>
          <pc:docMk/>
          <pc:sldMk cId="3998464545" sldId="286"/>
        </pc:sldMkLst>
      </pc:sldChg>
      <pc:sldChg chg="modSp">
        <pc:chgData name="Venkateshwaran M" userId="7fbd2cdb80055662" providerId="Windows Live" clId="Web-{4D6B9426-6EA9-47A2-BE26-7EAC9EF78E22}" dt="2022-03-24T08:09:10.457" v="334" actId="20577"/>
        <pc:sldMkLst>
          <pc:docMk/>
          <pc:sldMk cId="848482602" sldId="287"/>
        </pc:sldMkLst>
        <pc:spChg chg="mod">
          <ac:chgData name="Venkateshwaran M" userId="7fbd2cdb80055662" providerId="Windows Live" clId="Web-{4D6B9426-6EA9-47A2-BE26-7EAC9EF78E22}" dt="2022-03-24T08:09:10.457" v="334" actId="20577"/>
          <ac:spMkLst>
            <pc:docMk/>
            <pc:sldMk cId="848482602" sldId="287"/>
            <ac:spMk id="3" creationId="{1AFB29DD-AC87-F25F-8063-23CD852DEA44}"/>
          </ac:spMkLst>
        </pc:spChg>
      </pc:sldChg>
      <pc:sldChg chg="addSp modSp">
        <pc:chgData name="Venkateshwaran M" userId="7fbd2cdb80055662" providerId="Windows Live" clId="Web-{4D6B9426-6EA9-47A2-BE26-7EAC9EF78E22}" dt="2022-03-24T07:11:37.079" v="14" actId="14100"/>
        <pc:sldMkLst>
          <pc:docMk/>
          <pc:sldMk cId="1613629738" sldId="288"/>
        </pc:sldMkLst>
        <pc:spChg chg="add mod">
          <ac:chgData name="Venkateshwaran M" userId="7fbd2cdb80055662" providerId="Windows Live" clId="Web-{4D6B9426-6EA9-47A2-BE26-7EAC9EF78E22}" dt="2022-03-24T07:11:37.079" v="14" actId="14100"/>
          <ac:spMkLst>
            <pc:docMk/>
            <pc:sldMk cId="1613629738" sldId="288"/>
            <ac:spMk id="2" creationId="{8F4DD33E-EF13-4241-9D0A-3F811A9D6D88}"/>
          </ac:spMkLst>
        </pc:spChg>
      </pc:sldChg>
      <pc:sldChg chg="delSp new del ord">
        <pc:chgData name="Venkateshwaran M" userId="7fbd2cdb80055662" providerId="Windows Live" clId="Web-{4D6B9426-6EA9-47A2-BE26-7EAC9EF78E22}" dt="2022-03-24T07:21:24.733" v="144"/>
        <pc:sldMkLst>
          <pc:docMk/>
          <pc:sldMk cId="600058512" sldId="289"/>
        </pc:sldMkLst>
        <pc:spChg chg="del">
          <ac:chgData name="Venkateshwaran M" userId="7fbd2cdb80055662" providerId="Windows Live" clId="Web-{4D6B9426-6EA9-47A2-BE26-7EAC9EF78E22}" dt="2022-03-24T07:21:18.577" v="141"/>
          <ac:spMkLst>
            <pc:docMk/>
            <pc:sldMk cId="600058512" sldId="289"/>
            <ac:spMk id="2" creationId="{4AB165E0-603A-4957-5AC6-834A249578AA}"/>
          </ac:spMkLst>
        </pc:spChg>
      </pc:sldChg>
      <pc:sldChg chg="addSp modSp new ord">
        <pc:chgData name="Venkateshwaran M" userId="7fbd2cdb80055662" providerId="Windows Live" clId="Web-{4D6B9426-6EA9-47A2-BE26-7EAC9EF78E22}" dt="2022-03-24T07:33:30.172" v="304" actId="20577"/>
        <pc:sldMkLst>
          <pc:docMk/>
          <pc:sldMk cId="3795627741" sldId="289"/>
        </pc:sldMkLst>
        <pc:spChg chg="mod">
          <ac:chgData name="Venkateshwaran M" userId="7fbd2cdb80055662" providerId="Windows Live" clId="Web-{4D6B9426-6EA9-47A2-BE26-7EAC9EF78E22}" dt="2022-03-24T07:29:11.291" v="228" actId="20577"/>
          <ac:spMkLst>
            <pc:docMk/>
            <pc:sldMk cId="3795627741" sldId="289"/>
            <ac:spMk id="2" creationId="{98791013-1EDF-FE01-D143-17BC55D87AF8}"/>
          </ac:spMkLst>
        </pc:spChg>
        <pc:spChg chg="add mod">
          <ac:chgData name="Venkateshwaran M" userId="7fbd2cdb80055662" providerId="Windows Live" clId="Web-{4D6B9426-6EA9-47A2-BE26-7EAC9EF78E22}" dt="2022-03-24T07:33:30.172" v="304" actId="20577"/>
          <ac:spMkLst>
            <pc:docMk/>
            <pc:sldMk cId="3795627741" sldId="289"/>
            <ac:spMk id="3" creationId="{BB4BB9A8-7553-9B2B-6435-65508FC7FC10}"/>
          </ac:spMkLst>
        </pc:spChg>
      </pc:sldChg>
      <pc:sldChg chg="new del">
        <pc:chgData name="Venkateshwaran M" userId="7fbd2cdb80055662" providerId="Windows Live" clId="Web-{4D6B9426-6EA9-47A2-BE26-7EAC9EF78E22}" dt="2022-03-24T07:21:08.092" v="138"/>
        <pc:sldMkLst>
          <pc:docMk/>
          <pc:sldMk cId="3980669971" sldId="289"/>
        </pc:sldMkLst>
      </pc:sldChg>
      <pc:sldChg chg="new del">
        <pc:chgData name="Venkateshwaran M" userId="7fbd2cdb80055662" providerId="Windows Live" clId="Web-{4D6B9426-6EA9-47A2-BE26-7EAC9EF78E22}" dt="2022-03-24T07:21:23.811" v="143"/>
        <pc:sldMkLst>
          <pc:docMk/>
          <pc:sldMk cId="3224033149" sldId="290"/>
        </pc:sldMkLst>
      </pc:sldChg>
    </pc:docChg>
  </pc:docChgLst>
  <pc:docChgLst>
    <pc:chgData name="Venkateshwaran M" userId="7fbd2cdb80055662" providerId="Windows Live" clId="Web-{6208E23E-3A8D-4217-80FB-92E8F0D7DD2E}"/>
    <pc:docChg chg="addSld delSld modSld addMainMaster">
      <pc:chgData name="Venkateshwaran M" userId="7fbd2cdb80055662" providerId="Windows Live" clId="Web-{6208E23E-3A8D-4217-80FB-92E8F0D7DD2E}" dt="2022-03-24T05:38:14.591" v="12"/>
      <pc:docMkLst>
        <pc:docMk/>
      </pc:docMkLst>
      <pc:sldChg chg="del">
        <pc:chgData name="Venkateshwaran M" userId="7fbd2cdb80055662" providerId="Windows Live" clId="Web-{6208E23E-3A8D-4217-80FB-92E8F0D7DD2E}" dt="2022-03-24T05:37:52.825" v="10"/>
        <pc:sldMkLst>
          <pc:docMk/>
          <pc:sldMk cId="3027967980" sldId="257"/>
        </pc:sldMkLst>
      </pc:sldChg>
      <pc:sldChg chg="addSp delSp modSp">
        <pc:chgData name="Venkateshwaran M" userId="7fbd2cdb80055662" providerId="Windows Live" clId="Web-{6208E23E-3A8D-4217-80FB-92E8F0D7DD2E}" dt="2022-03-24T05:22:18.543" v="8"/>
        <pc:sldMkLst>
          <pc:docMk/>
          <pc:sldMk cId="408878482" sldId="282"/>
        </pc:sldMkLst>
        <pc:spChg chg="add del mod">
          <ac:chgData name="Venkateshwaran M" userId="7fbd2cdb80055662" providerId="Windows Live" clId="Web-{6208E23E-3A8D-4217-80FB-92E8F0D7DD2E}" dt="2022-03-24T05:22:18.543" v="8"/>
          <ac:spMkLst>
            <pc:docMk/>
            <pc:sldMk cId="408878482" sldId="282"/>
            <ac:spMk id="3" creationId="{17F75F9D-6F43-09F1-0D49-7F1A6D2DB018}"/>
          </ac:spMkLst>
        </pc:spChg>
      </pc:sldChg>
      <pc:sldChg chg="addSp modSp">
        <pc:chgData name="Venkateshwaran M" userId="7fbd2cdb80055662" providerId="Windows Live" clId="Web-{6208E23E-3A8D-4217-80FB-92E8F0D7DD2E}" dt="2022-03-24T04:26:28.202" v="5"/>
        <pc:sldMkLst>
          <pc:docMk/>
          <pc:sldMk cId="848482602" sldId="287"/>
        </pc:sldMkLst>
        <pc:spChg chg="add">
          <ac:chgData name="Venkateshwaran M" userId="7fbd2cdb80055662" providerId="Windows Live" clId="Web-{6208E23E-3A8D-4217-80FB-92E8F0D7DD2E}" dt="2022-03-24T04:24:59.045" v="0"/>
          <ac:spMkLst>
            <pc:docMk/>
            <pc:sldMk cId="848482602" sldId="287"/>
            <ac:spMk id="3" creationId="{1AFB29DD-AC87-F25F-8063-23CD852DEA44}"/>
          </ac:spMkLst>
        </pc:spChg>
        <pc:spChg chg="add mod">
          <ac:chgData name="Venkateshwaran M" userId="7fbd2cdb80055662" providerId="Windows Live" clId="Web-{6208E23E-3A8D-4217-80FB-92E8F0D7DD2E}" dt="2022-03-24T04:26:27.906" v="4" actId="20577"/>
          <ac:spMkLst>
            <pc:docMk/>
            <pc:sldMk cId="848482602" sldId="287"/>
            <ac:spMk id="4" creationId="{CF3F2C23-AB4C-EFB4-1646-F33E3A3119EB}"/>
          </ac:spMkLst>
        </pc:spChg>
        <pc:spChg chg="add">
          <ac:chgData name="Venkateshwaran M" userId="7fbd2cdb80055662" providerId="Windows Live" clId="Web-{6208E23E-3A8D-4217-80FB-92E8F0D7DD2E}" dt="2022-03-24T04:26:28.202" v="5"/>
          <ac:spMkLst>
            <pc:docMk/>
            <pc:sldMk cId="848482602" sldId="287"/>
            <ac:spMk id="5" creationId="{883B92B8-03CF-B081-8E21-F3BE1A8C6259}"/>
          </ac:spMkLst>
        </pc:spChg>
      </pc:sldChg>
      <pc:sldChg chg="add">
        <pc:chgData name="Venkateshwaran M" userId="7fbd2cdb80055662" providerId="Windows Live" clId="Web-{6208E23E-3A8D-4217-80FB-92E8F0D7DD2E}" dt="2022-03-24T05:37:49.044" v="9"/>
        <pc:sldMkLst>
          <pc:docMk/>
          <pc:sldMk cId="1613629738" sldId="288"/>
        </pc:sldMkLst>
      </pc:sldChg>
      <pc:sldChg chg="new del">
        <pc:chgData name="Venkateshwaran M" userId="7fbd2cdb80055662" providerId="Windows Live" clId="Web-{6208E23E-3A8D-4217-80FB-92E8F0D7DD2E}" dt="2022-03-24T05:38:14.591" v="12"/>
        <pc:sldMkLst>
          <pc:docMk/>
          <pc:sldMk cId="1822887584" sldId="289"/>
        </pc:sldMkLst>
      </pc:sldChg>
      <pc:sldMasterChg chg="add addSldLayout">
        <pc:chgData name="Venkateshwaran M" userId="7fbd2cdb80055662" providerId="Windows Live" clId="Web-{6208E23E-3A8D-4217-80FB-92E8F0D7DD2E}" dt="2022-03-24T05:37:49.044" v="9"/>
        <pc:sldMasterMkLst>
          <pc:docMk/>
          <pc:sldMasterMk cId="1541425783" sldId="2147483672"/>
        </pc:sldMasterMkLst>
        <pc:sldLayoutChg chg="add">
          <pc:chgData name="Venkateshwaran M" userId="7fbd2cdb80055662" providerId="Windows Live" clId="Web-{6208E23E-3A8D-4217-80FB-92E8F0D7DD2E}" dt="2022-03-24T05:37:49.044" v="9"/>
          <pc:sldLayoutMkLst>
            <pc:docMk/>
            <pc:sldMasterMk cId="1541425783" sldId="2147483672"/>
            <pc:sldLayoutMk cId="1120173651" sldId="2147483673"/>
          </pc:sldLayoutMkLst>
        </pc:sldLayoutChg>
        <pc:sldLayoutChg chg="add">
          <pc:chgData name="Venkateshwaran M" userId="7fbd2cdb80055662" providerId="Windows Live" clId="Web-{6208E23E-3A8D-4217-80FB-92E8F0D7DD2E}" dt="2022-03-24T05:37:49.044" v="9"/>
          <pc:sldLayoutMkLst>
            <pc:docMk/>
            <pc:sldMasterMk cId="1541425783" sldId="2147483672"/>
            <pc:sldLayoutMk cId="333361392" sldId="2147483674"/>
          </pc:sldLayoutMkLst>
        </pc:sldLayoutChg>
        <pc:sldLayoutChg chg="add">
          <pc:chgData name="Venkateshwaran M" userId="7fbd2cdb80055662" providerId="Windows Live" clId="Web-{6208E23E-3A8D-4217-80FB-92E8F0D7DD2E}" dt="2022-03-24T05:37:49.044" v="9"/>
          <pc:sldLayoutMkLst>
            <pc:docMk/>
            <pc:sldMasterMk cId="1541425783" sldId="2147483672"/>
            <pc:sldLayoutMk cId="1552024782" sldId="2147483675"/>
          </pc:sldLayoutMkLst>
        </pc:sldLayoutChg>
        <pc:sldLayoutChg chg="add">
          <pc:chgData name="Venkateshwaran M" userId="7fbd2cdb80055662" providerId="Windows Live" clId="Web-{6208E23E-3A8D-4217-80FB-92E8F0D7DD2E}" dt="2022-03-24T05:37:49.044" v="9"/>
          <pc:sldLayoutMkLst>
            <pc:docMk/>
            <pc:sldMasterMk cId="1541425783" sldId="2147483672"/>
            <pc:sldLayoutMk cId="3564217415" sldId="2147483676"/>
          </pc:sldLayoutMkLst>
        </pc:sldLayoutChg>
        <pc:sldLayoutChg chg="add">
          <pc:chgData name="Venkateshwaran M" userId="7fbd2cdb80055662" providerId="Windows Live" clId="Web-{6208E23E-3A8D-4217-80FB-92E8F0D7DD2E}" dt="2022-03-24T05:37:49.044" v="9"/>
          <pc:sldLayoutMkLst>
            <pc:docMk/>
            <pc:sldMasterMk cId="1541425783" sldId="2147483672"/>
            <pc:sldLayoutMk cId="3615951797" sldId="2147483677"/>
          </pc:sldLayoutMkLst>
        </pc:sldLayoutChg>
        <pc:sldLayoutChg chg="add">
          <pc:chgData name="Venkateshwaran M" userId="7fbd2cdb80055662" providerId="Windows Live" clId="Web-{6208E23E-3A8D-4217-80FB-92E8F0D7DD2E}" dt="2022-03-24T05:37:49.044" v="9"/>
          <pc:sldLayoutMkLst>
            <pc:docMk/>
            <pc:sldMasterMk cId="1541425783" sldId="2147483672"/>
            <pc:sldLayoutMk cId="3287679984" sldId="2147483678"/>
          </pc:sldLayoutMkLst>
        </pc:sldLayoutChg>
        <pc:sldLayoutChg chg="add">
          <pc:chgData name="Venkateshwaran M" userId="7fbd2cdb80055662" providerId="Windows Live" clId="Web-{6208E23E-3A8D-4217-80FB-92E8F0D7DD2E}" dt="2022-03-24T05:37:49.044" v="9"/>
          <pc:sldLayoutMkLst>
            <pc:docMk/>
            <pc:sldMasterMk cId="1541425783" sldId="2147483672"/>
            <pc:sldLayoutMk cId="945406965" sldId="2147483679"/>
          </pc:sldLayoutMkLst>
        </pc:sldLayoutChg>
        <pc:sldLayoutChg chg="add">
          <pc:chgData name="Venkateshwaran M" userId="7fbd2cdb80055662" providerId="Windows Live" clId="Web-{6208E23E-3A8D-4217-80FB-92E8F0D7DD2E}" dt="2022-03-24T05:37:49.044" v="9"/>
          <pc:sldLayoutMkLst>
            <pc:docMk/>
            <pc:sldMasterMk cId="1541425783" sldId="2147483672"/>
            <pc:sldLayoutMk cId="3798273148" sldId="2147483680"/>
          </pc:sldLayoutMkLst>
        </pc:sldLayoutChg>
        <pc:sldLayoutChg chg="add">
          <pc:chgData name="Venkateshwaran M" userId="7fbd2cdb80055662" providerId="Windows Live" clId="Web-{6208E23E-3A8D-4217-80FB-92E8F0D7DD2E}" dt="2022-03-24T05:37:49.044" v="9"/>
          <pc:sldLayoutMkLst>
            <pc:docMk/>
            <pc:sldMasterMk cId="1541425783" sldId="2147483672"/>
            <pc:sldLayoutMk cId="4002968181" sldId="2147483681"/>
          </pc:sldLayoutMkLst>
        </pc:sldLayoutChg>
        <pc:sldLayoutChg chg="add">
          <pc:chgData name="Venkateshwaran M" userId="7fbd2cdb80055662" providerId="Windows Live" clId="Web-{6208E23E-3A8D-4217-80FB-92E8F0D7DD2E}" dt="2022-03-24T05:37:49.044" v="9"/>
          <pc:sldLayoutMkLst>
            <pc:docMk/>
            <pc:sldMasterMk cId="1541425783" sldId="2147483672"/>
            <pc:sldLayoutMk cId="3501742001" sldId="2147483682"/>
          </pc:sldLayoutMkLst>
        </pc:sldLayoutChg>
        <pc:sldLayoutChg chg="add">
          <pc:chgData name="Venkateshwaran M" userId="7fbd2cdb80055662" providerId="Windows Live" clId="Web-{6208E23E-3A8D-4217-80FB-92E8F0D7DD2E}" dt="2022-03-24T05:37:49.044" v="9"/>
          <pc:sldLayoutMkLst>
            <pc:docMk/>
            <pc:sldMasterMk cId="1541425783" sldId="2147483672"/>
            <pc:sldLayoutMk cId="1955789465" sldId="2147483683"/>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68C692-5CE6-0540-AC01-6407800CC529}" type="datetimeFigureOut">
              <a:rPr lang="en-US" smtClean="0"/>
              <a:t>3/24/2022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24A6E64-EA6B-144B-94DB-0E60C4F35858}" type="slidenum">
              <a:rPr lang="en-US" smtClean="0"/>
              <a:t>‹#›</a:t>
            </a:fld>
            <a:endParaRPr lang="en-US"/>
          </a:p>
        </p:txBody>
      </p:sp>
    </p:spTree>
    <p:extLst>
      <p:ext uri="{BB962C8B-B14F-4D97-AF65-F5344CB8AC3E}">
        <p14:creationId xmlns:p14="http://schemas.microsoft.com/office/powerpoint/2010/main" val="5560152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a:p>
        </p:txBody>
      </p:sp>
      <p:sp>
        <p:nvSpPr>
          <p:cNvPr id="4" name="Slide Number Placeholder 3"/>
          <p:cNvSpPr>
            <a:spLocks noGrp="1"/>
          </p:cNvSpPr>
          <p:nvPr>
            <p:ph type="sldNum" sz="quarter" idx="10"/>
          </p:nvPr>
        </p:nvSpPr>
        <p:spPr/>
        <p:txBody>
          <a:bodyPr/>
          <a:lstStyle/>
          <a:p>
            <a:fld id="{D2CE19CD-2A84-A345-96E6-222E4F41D16D}" type="slidenum">
              <a:rPr lang="pl-PL" smtClean="0"/>
              <a:t>2</a:t>
            </a:fld>
            <a:endParaRPr lang="pl-PL"/>
          </a:p>
        </p:txBody>
      </p:sp>
    </p:spTree>
    <p:extLst>
      <p:ext uri="{BB962C8B-B14F-4D97-AF65-F5344CB8AC3E}">
        <p14:creationId xmlns:p14="http://schemas.microsoft.com/office/powerpoint/2010/main" val="25661398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a:t>This slide is</a:t>
            </a:r>
            <a:r>
              <a:rPr lang="en-US" b="0" baseline="0"/>
              <a:t> only for the trainer… You can display the poll from GTM and after the poll is taken, share the result, connect the poll result with the topic. Once done, you can hide the poll so that the PPT is visible. </a:t>
            </a:r>
          </a:p>
          <a:p>
            <a:endParaRPr lang="en-US" b="0" baseline="0"/>
          </a:p>
          <a:p>
            <a:r>
              <a:rPr lang="en-US" b="0" baseline="0"/>
              <a:t>I have created the poll in the GTM webinar.</a:t>
            </a:r>
            <a:endParaRPr lang="en-US" b="0"/>
          </a:p>
        </p:txBody>
      </p:sp>
      <p:sp>
        <p:nvSpPr>
          <p:cNvPr id="4" name="Slide Number Placeholder 3"/>
          <p:cNvSpPr>
            <a:spLocks noGrp="1"/>
          </p:cNvSpPr>
          <p:nvPr>
            <p:ph type="sldNum" sz="quarter" idx="10"/>
          </p:nvPr>
        </p:nvSpPr>
        <p:spPr/>
        <p:txBody>
          <a:bodyPr/>
          <a:lstStyle/>
          <a:p>
            <a:fld id="{D2CE19CD-2A84-A345-96E6-222E4F41D16D}" type="slidenum">
              <a:rPr lang="pl-PL" smtClean="0"/>
              <a:t>3</a:t>
            </a:fld>
            <a:endParaRPr lang="pl-PL"/>
          </a:p>
        </p:txBody>
      </p:sp>
    </p:spTree>
    <p:extLst>
      <p:ext uri="{BB962C8B-B14F-4D97-AF65-F5344CB8AC3E}">
        <p14:creationId xmlns:p14="http://schemas.microsoft.com/office/powerpoint/2010/main" val="21697631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a:p>
        </p:txBody>
      </p:sp>
      <p:sp>
        <p:nvSpPr>
          <p:cNvPr id="4" name="Slide Number Placeholder 3"/>
          <p:cNvSpPr>
            <a:spLocks noGrp="1"/>
          </p:cNvSpPr>
          <p:nvPr>
            <p:ph type="sldNum" sz="quarter" idx="10"/>
          </p:nvPr>
        </p:nvSpPr>
        <p:spPr/>
        <p:txBody>
          <a:bodyPr/>
          <a:lstStyle/>
          <a:p>
            <a:fld id="{D2CE19CD-2A84-A345-96E6-222E4F41D16D}" type="slidenum">
              <a:rPr lang="pl-PL" smtClean="0"/>
              <a:t>4</a:t>
            </a:fld>
            <a:endParaRPr lang="pl-PL"/>
          </a:p>
        </p:txBody>
      </p:sp>
    </p:spTree>
    <p:extLst>
      <p:ext uri="{BB962C8B-B14F-4D97-AF65-F5344CB8AC3E}">
        <p14:creationId xmlns:p14="http://schemas.microsoft.com/office/powerpoint/2010/main" val="22223357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89FE51-C0F1-1D42-B73F-01C09E05626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A73BDE6-8AFD-BA43-8892-C61848E76AD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85AA151-AEFE-4049-A258-77C6BC0A3F4F}"/>
              </a:ext>
            </a:extLst>
          </p:cNvPr>
          <p:cNvSpPr>
            <a:spLocks noGrp="1"/>
          </p:cNvSpPr>
          <p:nvPr>
            <p:ph type="dt" sz="half" idx="10"/>
          </p:nvPr>
        </p:nvSpPr>
        <p:spPr/>
        <p:txBody>
          <a:bodyPr/>
          <a:lstStyle/>
          <a:p>
            <a:fld id="{1D269190-6A13-034E-92A6-8400565D510F}" type="datetimeFigureOut">
              <a:rPr lang="en-US" smtClean="0"/>
              <a:t>3/24/2022</a:t>
            </a:fld>
            <a:endParaRPr lang="en-US"/>
          </a:p>
        </p:txBody>
      </p:sp>
      <p:sp>
        <p:nvSpPr>
          <p:cNvPr id="5" name="Footer Placeholder 4">
            <a:extLst>
              <a:ext uri="{FF2B5EF4-FFF2-40B4-BE49-F238E27FC236}">
                <a16:creationId xmlns:a16="http://schemas.microsoft.com/office/drawing/2014/main" id="{66C0802E-607A-4749-A61F-4C33EC6074B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E3F85DE-C0B9-FE43-91C7-2864AD32782B}"/>
              </a:ext>
            </a:extLst>
          </p:cNvPr>
          <p:cNvSpPr>
            <a:spLocks noGrp="1"/>
          </p:cNvSpPr>
          <p:nvPr>
            <p:ph type="sldNum" sz="quarter" idx="12"/>
          </p:nvPr>
        </p:nvSpPr>
        <p:spPr/>
        <p:txBody>
          <a:bodyPr/>
          <a:lstStyle/>
          <a:p>
            <a:fld id="{A884FF79-6540-2F4E-9250-0A9D95AD69B6}" type="slidenum">
              <a:rPr lang="en-US" smtClean="0"/>
              <a:t>‹#›</a:t>
            </a:fld>
            <a:endParaRPr lang="en-US"/>
          </a:p>
        </p:txBody>
      </p:sp>
    </p:spTree>
    <p:extLst>
      <p:ext uri="{BB962C8B-B14F-4D97-AF65-F5344CB8AC3E}">
        <p14:creationId xmlns:p14="http://schemas.microsoft.com/office/powerpoint/2010/main" val="3939809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DE1AD-CBAA-4848-8B6D-F630CB5C55A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503C08F-67AF-964D-AAF9-97DF2FA0E70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D7B1789-0EB2-9D4F-883E-9D2E70E6FAB6}"/>
              </a:ext>
            </a:extLst>
          </p:cNvPr>
          <p:cNvSpPr>
            <a:spLocks noGrp="1"/>
          </p:cNvSpPr>
          <p:nvPr>
            <p:ph type="dt" sz="half" idx="10"/>
          </p:nvPr>
        </p:nvSpPr>
        <p:spPr/>
        <p:txBody>
          <a:bodyPr/>
          <a:lstStyle/>
          <a:p>
            <a:fld id="{1D269190-6A13-034E-92A6-8400565D510F}" type="datetimeFigureOut">
              <a:rPr lang="en-US" smtClean="0"/>
              <a:t>3/24/2022</a:t>
            </a:fld>
            <a:endParaRPr lang="en-US"/>
          </a:p>
        </p:txBody>
      </p:sp>
      <p:sp>
        <p:nvSpPr>
          <p:cNvPr id="5" name="Footer Placeholder 4">
            <a:extLst>
              <a:ext uri="{FF2B5EF4-FFF2-40B4-BE49-F238E27FC236}">
                <a16:creationId xmlns:a16="http://schemas.microsoft.com/office/drawing/2014/main" id="{C2352A64-4B0B-984B-B33B-94AD74A3B73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84E82B-61DE-AB40-A6AE-48171FB22491}"/>
              </a:ext>
            </a:extLst>
          </p:cNvPr>
          <p:cNvSpPr>
            <a:spLocks noGrp="1"/>
          </p:cNvSpPr>
          <p:nvPr>
            <p:ph type="sldNum" sz="quarter" idx="12"/>
          </p:nvPr>
        </p:nvSpPr>
        <p:spPr/>
        <p:txBody>
          <a:bodyPr/>
          <a:lstStyle/>
          <a:p>
            <a:fld id="{A884FF79-6540-2F4E-9250-0A9D95AD69B6}" type="slidenum">
              <a:rPr lang="en-US" smtClean="0"/>
              <a:t>‹#›</a:t>
            </a:fld>
            <a:endParaRPr lang="en-US"/>
          </a:p>
        </p:txBody>
      </p:sp>
    </p:spTree>
    <p:extLst>
      <p:ext uri="{BB962C8B-B14F-4D97-AF65-F5344CB8AC3E}">
        <p14:creationId xmlns:p14="http://schemas.microsoft.com/office/powerpoint/2010/main" val="23901733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0F6729-6AD2-2D43-BF32-7E8CE687531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7065BF7-5C67-2F40-9A4A-82348A2FC11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80DCD2F-98E6-7C43-8636-C16BAC28259C}"/>
              </a:ext>
            </a:extLst>
          </p:cNvPr>
          <p:cNvSpPr>
            <a:spLocks noGrp="1"/>
          </p:cNvSpPr>
          <p:nvPr>
            <p:ph type="dt" sz="half" idx="10"/>
          </p:nvPr>
        </p:nvSpPr>
        <p:spPr/>
        <p:txBody>
          <a:bodyPr/>
          <a:lstStyle/>
          <a:p>
            <a:fld id="{1D269190-6A13-034E-92A6-8400565D510F}" type="datetimeFigureOut">
              <a:rPr lang="en-US" smtClean="0"/>
              <a:t>3/24/2022</a:t>
            </a:fld>
            <a:endParaRPr lang="en-US"/>
          </a:p>
        </p:txBody>
      </p:sp>
      <p:sp>
        <p:nvSpPr>
          <p:cNvPr id="5" name="Footer Placeholder 4">
            <a:extLst>
              <a:ext uri="{FF2B5EF4-FFF2-40B4-BE49-F238E27FC236}">
                <a16:creationId xmlns:a16="http://schemas.microsoft.com/office/drawing/2014/main" id="{6B09252E-FEB9-BC4F-8922-019C05DC76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3F5BB1-3726-6641-9F3F-FD61952E9E96}"/>
              </a:ext>
            </a:extLst>
          </p:cNvPr>
          <p:cNvSpPr>
            <a:spLocks noGrp="1"/>
          </p:cNvSpPr>
          <p:nvPr>
            <p:ph type="sldNum" sz="quarter" idx="12"/>
          </p:nvPr>
        </p:nvSpPr>
        <p:spPr/>
        <p:txBody>
          <a:bodyPr/>
          <a:lstStyle/>
          <a:p>
            <a:fld id="{A884FF79-6540-2F4E-9250-0A9D95AD69B6}" type="slidenum">
              <a:rPr lang="en-US" smtClean="0"/>
              <a:t>‹#›</a:t>
            </a:fld>
            <a:endParaRPr lang="en-US"/>
          </a:p>
        </p:txBody>
      </p:sp>
    </p:spTree>
    <p:extLst>
      <p:ext uri="{BB962C8B-B14F-4D97-AF65-F5344CB8AC3E}">
        <p14:creationId xmlns:p14="http://schemas.microsoft.com/office/powerpoint/2010/main" val="9022974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F1C75-D54A-F34F-90AA-C8F7E223F0C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9FA77E4-0C1E-284E-8350-6B5721F5D3D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03A4C5F-ED64-C14B-8E79-E98E9AB2C11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DED405B-3ED1-644B-881A-A904ED584EFD}"/>
              </a:ext>
            </a:extLst>
          </p:cNvPr>
          <p:cNvSpPr>
            <a:spLocks noGrp="1"/>
          </p:cNvSpPr>
          <p:nvPr>
            <p:ph type="dt" sz="half" idx="10"/>
          </p:nvPr>
        </p:nvSpPr>
        <p:spPr/>
        <p:txBody>
          <a:bodyPr/>
          <a:lstStyle/>
          <a:p>
            <a:fld id="{1D269190-6A13-034E-92A6-8400565D510F}" type="datetimeFigureOut">
              <a:rPr lang="en-US" smtClean="0"/>
              <a:t>3/24/2022</a:t>
            </a:fld>
            <a:endParaRPr lang="en-US"/>
          </a:p>
        </p:txBody>
      </p:sp>
      <p:sp>
        <p:nvSpPr>
          <p:cNvPr id="6" name="Footer Placeholder 5">
            <a:extLst>
              <a:ext uri="{FF2B5EF4-FFF2-40B4-BE49-F238E27FC236}">
                <a16:creationId xmlns:a16="http://schemas.microsoft.com/office/drawing/2014/main" id="{2EC7CB19-2CC8-3E43-8735-849064AB471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D24952C-A5E9-8A46-9602-9EAEE2E6CDCB}"/>
              </a:ext>
            </a:extLst>
          </p:cNvPr>
          <p:cNvSpPr>
            <a:spLocks noGrp="1"/>
          </p:cNvSpPr>
          <p:nvPr>
            <p:ph type="sldNum" sz="quarter" idx="12"/>
          </p:nvPr>
        </p:nvSpPr>
        <p:spPr/>
        <p:txBody>
          <a:bodyPr/>
          <a:lstStyle/>
          <a:p>
            <a:fld id="{A884FF79-6540-2F4E-9250-0A9D95AD69B6}" type="slidenum">
              <a:rPr lang="en-US" smtClean="0"/>
              <a:t>‹#›</a:t>
            </a:fld>
            <a:endParaRPr lang="en-US"/>
          </a:p>
        </p:txBody>
      </p:sp>
    </p:spTree>
    <p:extLst>
      <p:ext uri="{BB962C8B-B14F-4D97-AF65-F5344CB8AC3E}">
        <p14:creationId xmlns:p14="http://schemas.microsoft.com/office/powerpoint/2010/main" val="26562986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A497CC-597B-7A45-8479-B6A8D9EDFF7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17FE9AD-4AF3-CA49-8CEE-E5ECFAA9726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8E0ACDE-ACC3-484B-8188-3344B3AA234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A288EBF-F9C4-5345-891A-B8D0E9BA081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118E19B-E311-AD43-96E0-F990D73E9B0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737C03E-B4DC-B84B-8F32-81AD6FEFA64F}"/>
              </a:ext>
            </a:extLst>
          </p:cNvPr>
          <p:cNvSpPr>
            <a:spLocks noGrp="1"/>
          </p:cNvSpPr>
          <p:nvPr>
            <p:ph type="dt" sz="half" idx="10"/>
          </p:nvPr>
        </p:nvSpPr>
        <p:spPr/>
        <p:txBody>
          <a:bodyPr/>
          <a:lstStyle/>
          <a:p>
            <a:fld id="{1D269190-6A13-034E-92A6-8400565D510F}" type="datetimeFigureOut">
              <a:rPr lang="en-US" smtClean="0"/>
              <a:t>3/24/2022</a:t>
            </a:fld>
            <a:endParaRPr lang="en-US"/>
          </a:p>
        </p:txBody>
      </p:sp>
      <p:sp>
        <p:nvSpPr>
          <p:cNvPr id="8" name="Footer Placeholder 7">
            <a:extLst>
              <a:ext uri="{FF2B5EF4-FFF2-40B4-BE49-F238E27FC236}">
                <a16:creationId xmlns:a16="http://schemas.microsoft.com/office/drawing/2014/main" id="{E798CCF3-6249-6B4C-9F2C-B8220B10F2F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827DBEF-6C3E-4F49-9AA9-25F4D0ED4DA9}"/>
              </a:ext>
            </a:extLst>
          </p:cNvPr>
          <p:cNvSpPr>
            <a:spLocks noGrp="1"/>
          </p:cNvSpPr>
          <p:nvPr>
            <p:ph type="sldNum" sz="quarter" idx="12"/>
          </p:nvPr>
        </p:nvSpPr>
        <p:spPr/>
        <p:txBody>
          <a:bodyPr/>
          <a:lstStyle/>
          <a:p>
            <a:fld id="{A884FF79-6540-2F4E-9250-0A9D95AD69B6}" type="slidenum">
              <a:rPr lang="en-US" smtClean="0"/>
              <a:t>‹#›</a:t>
            </a:fld>
            <a:endParaRPr lang="en-US"/>
          </a:p>
        </p:txBody>
      </p:sp>
    </p:spTree>
    <p:extLst>
      <p:ext uri="{BB962C8B-B14F-4D97-AF65-F5344CB8AC3E}">
        <p14:creationId xmlns:p14="http://schemas.microsoft.com/office/powerpoint/2010/main" val="9415640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7A80A4-22BE-CE4B-951C-84E43A2E72E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3BEFA9F-094E-844B-B146-8018F693941C}"/>
              </a:ext>
            </a:extLst>
          </p:cNvPr>
          <p:cNvSpPr>
            <a:spLocks noGrp="1"/>
          </p:cNvSpPr>
          <p:nvPr>
            <p:ph type="dt" sz="half" idx="10"/>
          </p:nvPr>
        </p:nvSpPr>
        <p:spPr/>
        <p:txBody>
          <a:bodyPr/>
          <a:lstStyle/>
          <a:p>
            <a:fld id="{1D269190-6A13-034E-92A6-8400565D510F}" type="datetimeFigureOut">
              <a:rPr lang="en-US" smtClean="0"/>
              <a:t>3/24/2022</a:t>
            </a:fld>
            <a:endParaRPr lang="en-US"/>
          </a:p>
        </p:txBody>
      </p:sp>
      <p:sp>
        <p:nvSpPr>
          <p:cNvPr id="4" name="Footer Placeholder 3">
            <a:extLst>
              <a:ext uri="{FF2B5EF4-FFF2-40B4-BE49-F238E27FC236}">
                <a16:creationId xmlns:a16="http://schemas.microsoft.com/office/drawing/2014/main" id="{D18FFBAB-9B6B-0949-9413-A1D5C8A4643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8201D0C-DEDF-3241-8D56-0ED8CDAD090D}"/>
              </a:ext>
            </a:extLst>
          </p:cNvPr>
          <p:cNvSpPr>
            <a:spLocks noGrp="1"/>
          </p:cNvSpPr>
          <p:nvPr>
            <p:ph type="sldNum" sz="quarter" idx="12"/>
          </p:nvPr>
        </p:nvSpPr>
        <p:spPr/>
        <p:txBody>
          <a:bodyPr/>
          <a:lstStyle/>
          <a:p>
            <a:fld id="{A884FF79-6540-2F4E-9250-0A9D95AD69B6}" type="slidenum">
              <a:rPr lang="en-US" smtClean="0"/>
              <a:t>‹#›</a:t>
            </a:fld>
            <a:endParaRPr lang="en-US"/>
          </a:p>
        </p:txBody>
      </p:sp>
    </p:spTree>
    <p:extLst>
      <p:ext uri="{BB962C8B-B14F-4D97-AF65-F5344CB8AC3E}">
        <p14:creationId xmlns:p14="http://schemas.microsoft.com/office/powerpoint/2010/main" val="21222517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A7D4AEA-FB49-7B43-A8D7-6DCF73EFED98}"/>
              </a:ext>
            </a:extLst>
          </p:cNvPr>
          <p:cNvSpPr>
            <a:spLocks noGrp="1"/>
          </p:cNvSpPr>
          <p:nvPr>
            <p:ph type="dt" sz="half" idx="10"/>
          </p:nvPr>
        </p:nvSpPr>
        <p:spPr/>
        <p:txBody>
          <a:bodyPr/>
          <a:lstStyle/>
          <a:p>
            <a:fld id="{1D269190-6A13-034E-92A6-8400565D510F}" type="datetimeFigureOut">
              <a:rPr lang="en-US" smtClean="0"/>
              <a:t>3/24/2022</a:t>
            </a:fld>
            <a:endParaRPr lang="en-US"/>
          </a:p>
        </p:txBody>
      </p:sp>
      <p:sp>
        <p:nvSpPr>
          <p:cNvPr id="3" name="Footer Placeholder 2">
            <a:extLst>
              <a:ext uri="{FF2B5EF4-FFF2-40B4-BE49-F238E27FC236}">
                <a16:creationId xmlns:a16="http://schemas.microsoft.com/office/drawing/2014/main" id="{F87AC87A-8233-904A-A4C3-21F62EFC51B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DE4D83F-9E9B-E043-9925-EBB71DF7407B}"/>
              </a:ext>
            </a:extLst>
          </p:cNvPr>
          <p:cNvSpPr>
            <a:spLocks noGrp="1"/>
          </p:cNvSpPr>
          <p:nvPr>
            <p:ph type="sldNum" sz="quarter" idx="12"/>
          </p:nvPr>
        </p:nvSpPr>
        <p:spPr/>
        <p:txBody>
          <a:bodyPr/>
          <a:lstStyle/>
          <a:p>
            <a:fld id="{A884FF79-6540-2F4E-9250-0A9D95AD69B6}" type="slidenum">
              <a:rPr lang="en-US" smtClean="0"/>
              <a:t>‹#›</a:t>
            </a:fld>
            <a:endParaRPr lang="en-US"/>
          </a:p>
        </p:txBody>
      </p:sp>
    </p:spTree>
    <p:extLst>
      <p:ext uri="{BB962C8B-B14F-4D97-AF65-F5344CB8AC3E}">
        <p14:creationId xmlns:p14="http://schemas.microsoft.com/office/powerpoint/2010/main" val="8630622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CD7D2E-15DA-B947-92C8-70EEEE0F90F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58C49B2-A0AE-7645-9237-C8AF57CFA80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5340312-3DC8-8D47-954C-B69B786A116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CB1554B-7E8D-A54F-88D7-3B30BEB02C70}"/>
              </a:ext>
            </a:extLst>
          </p:cNvPr>
          <p:cNvSpPr>
            <a:spLocks noGrp="1"/>
          </p:cNvSpPr>
          <p:nvPr>
            <p:ph type="dt" sz="half" idx="10"/>
          </p:nvPr>
        </p:nvSpPr>
        <p:spPr/>
        <p:txBody>
          <a:bodyPr/>
          <a:lstStyle/>
          <a:p>
            <a:fld id="{1D269190-6A13-034E-92A6-8400565D510F}" type="datetimeFigureOut">
              <a:rPr lang="en-US" smtClean="0"/>
              <a:t>3/24/2022</a:t>
            </a:fld>
            <a:endParaRPr lang="en-US"/>
          </a:p>
        </p:txBody>
      </p:sp>
      <p:sp>
        <p:nvSpPr>
          <p:cNvPr id="6" name="Footer Placeholder 5">
            <a:extLst>
              <a:ext uri="{FF2B5EF4-FFF2-40B4-BE49-F238E27FC236}">
                <a16:creationId xmlns:a16="http://schemas.microsoft.com/office/drawing/2014/main" id="{52A6C95B-2886-EB4E-97CA-32B86F5C9A5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72A6FED-D869-C24C-8B4D-4456F05AAFA6}"/>
              </a:ext>
            </a:extLst>
          </p:cNvPr>
          <p:cNvSpPr>
            <a:spLocks noGrp="1"/>
          </p:cNvSpPr>
          <p:nvPr>
            <p:ph type="sldNum" sz="quarter" idx="12"/>
          </p:nvPr>
        </p:nvSpPr>
        <p:spPr/>
        <p:txBody>
          <a:bodyPr/>
          <a:lstStyle/>
          <a:p>
            <a:fld id="{A884FF79-6540-2F4E-9250-0A9D95AD69B6}" type="slidenum">
              <a:rPr lang="en-US" smtClean="0"/>
              <a:t>‹#›</a:t>
            </a:fld>
            <a:endParaRPr lang="en-US"/>
          </a:p>
        </p:txBody>
      </p:sp>
    </p:spTree>
    <p:extLst>
      <p:ext uri="{BB962C8B-B14F-4D97-AF65-F5344CB8AC3E}">
        <p14:creationId xmlns:p14="http://schemas.microsoft.com/office/powerpoint/2010/main" val="13512351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6B0C29-15B3-424F-A769-6E769220E5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43F0A53-30F9-4F42-B64F-B1966DFA3B7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D556C46-EF1B-1044-B8AE-83D3BD05994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F606D8C-0F07-DF4C-9B42-7064FE34ED8C}"/>
              </a:ext>
            </a:extLst>
          </p:cNvPr>
          <p:cNvSpPr>
            <a:spLocks noGrp="1"/>
          </p:cNvSpPr>
          <p:nvPr>
            <p:ph type="dt" sz="half" idx="10"/>
          </p:nvPr>
        </p:nvSpPr>
        <p:spPr/>
        <p:txBody>
          <a:bodyPr/>
          <a:lstStyle/>
          <a:p>
            <a:fld id="{1D269190-6A13-034E-92A6-8400565D510F}" type="datetimeFigureOut">
              <a:rPr lang="en-US" smtClean="0"/>
              <a:t>3/24/2022</a:t>
            </a:fld>
            <a:endParaRPr lang="en-US"/>
          </a:p>
        </p:txBody>
      </p:sp>
      <p:sp>
        <p:nvSpPr>
          <p:cNvPr id="6" name="Footer Placeholder 5">
            <a:extLst>
              <a:ext uri="{FF2B5EF4-FFF2-40B4-BE49-F238E27FC236}">
                <a16:creationId xmlns:a16="http://schemas.microsoft.com/office/drawing/2014/main" id="{8C2D546B-1409-A546-9DFF-21B5927DE62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B077FE8-33EA-534A-877C-6CE61FA85582}"/>
              </a:ext>
            </a:extLst>
          </p:cNvPr>
          <p:cNvSpPr>
            <a:spLocks noGrp="1"/>
          </p:cNvSpPr>
          <p:nvPr>
            <p:ph type="sldNum" sz="quarter" idx="12"/>
          </p:nvPr>
        </p:nvSpPr>
        <p:spPr/>
        <p:txBody>
          <a:bodyPr/>
          <a:lstStyle/>
          <a:p>
            <a:fld id="{A884FF79-6540-2F4E-9250-0A9D95AD69B6}" type="slidenum">
              <a:rPr lang="en-US" smtClean="0"/>
              <a:t>‹#›</a:t>
            </a:fld>
            <a:endParaRPr lang="en-US"/>
          </a:p>
        </p:txBody>
      </p:sp>
    </p:spTree>
    <p:extLst>
      <p:ext uri="{BB962C8B-B14F-4D97-AF65-F5344CB8AC3E}">
        <p14:creationId xmlns:p14="http://schemas.microsoft.com/office/powerpoint/2010/main" val="13006083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CB5113-E3D8-E842-959C-CF47E210BDC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6A52F2F-3041-7745-BDA1-2799FA0388E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1B9BE6-ADE0-C14E-BFC4-211E7F3F76E2}"/>
              </a:ext>
            </a:extLst>
          </p:cNvPr>
          <p:cNvSpPr>
            <a:spLocks noGrp="1"/>
          </p:cNvSpPr>
          <p:nvPr>
            <p:ph type="dt" sz="half" idx="10"/>
          </p:nvPr>
        </p:nvSpPr>
        <p:spPr/>
        <p:txBody>
          <a:bodyPr/>
          <a:lstStyle/>
          <a:p>
            <a:fld id="{1D269190-6A13-034E-92A6-8400565D510F}" type="datetimeFigureOut">
              <a:rPr lang="en-US" smtClean="0"/>
              <a:t>3/24/2022</a:t>
            </a:fld>
            <a:endParaRPr lang="en-US"/>
          </a:p>
        </p:txBody>
      </p:sp>
      <p:sp>
        <p:nvSpPr>
          <p:cNvPr id="5" name="Footer Placeholder 4">
            <a:extLst>
              <a:ext uri="{FF2B5EF4-FFF2-40B4-BE49-F238E27FC236}">
                <a16:creationId xmlns:a16="http://schemas.microsoft.com/office/drawing/2014/main" id="{2A3CB5B5-61B2-6641-A7FE-0503903E615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90AA36F-D4C5-D94B-8C7C-512C1797CF40}"/>
              </a:ext>
            </a:extLst>
          </p:cNvPr>
          <p:cNvSpPr>
            <a:spLocks noGrp="1"/>
          </p:cNvSpPr>
          <p:nvPr>
            <p:ph type="sldNum" sz="quarter" idx="12"/>
          </p:nvPr>
        </p:nvSpPr>
        <p:spPr/>
        <p:txBody>
          <a:bodyPr/>
          <a:lstStyle/>
          <a:p>
            <a:fld id="{A884FF79-6540-2F4E-9250-0A9D95AD69B6}" type="slidenum">
              <a:rPr lang="en-US" smtClean="0"/>
              <a:t>‹#›</a:t>
            </a:fld>
            <a:endParaRPr lang="en-US"/>
          </a:p>
        </p:txBody>
      </p:sp>
    </p:spTree>
    <p:extLst>
      <p:ext uri="{BB962C8B-B14F-4D97-AF65-F5344CB8AC3E}">
        <p14:creationId xmlns:p14="http://schemas.microsoft.com/office/powerpoint/2010/main" val="10275041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3D92F32-EECC-6448-910E-1CB6BB32FAF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B955B58-155A-A745-86A5-20ECD92BE2F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27ABDB-F7F7-874C-85C4-6D6BEDBABF35}"/>
              </a:ext>
            </a:extLst>
          </p:cNvPr>
          <p:cNvSpPr>
            <a:spLocks noGrp="1"/>
          </p:cNvSpPr>
          <p:nvPr>
            <p:ph type="dt" sz="half" idx="10"/>
          </p:nvPr>
        </p:nvSpPr>
        <p:spPr/>
        <p:txBody>
          <a:bodyPr/>
          <a:lstStyle/>
          <a:p>
            <a:fld id="{1D269190-6A13-034E-92A6-8400565D510F}" type="datetimeFigureOut">
              <a:rPr lang="en-US" smtClean="0"/>
              <a:t>3/24/2022</a:t>
            </a:fld>
            <a:endParaRPr lang="en-US"/>
          </a:p>
        </p:txBody>
      </p:sp>
      <p:sp>
        <p:nvSpPr>
          <p:cNvPr id="5" name="Footer Placeholder 4">
            <a:extLst>
              <a:ext uri="{FF2B5EF4-FFF2-40B4-BE49-F238E27FC236}">
                <a16:creationId xmlns:a16="http://schemas.microsoft.com/office/drawing/2014/main" id="{15F21BF4-A480-E54F-9C7F-1BF4FACD30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8AF0CDB-457D-2048-AE68-D461B4726FA7}"/>
              </a:ext>
            </a:extLst>
          </p:cNvPr>
          <p:cNvSpPr>
            <a:spLocks noGrp="1"/>
          </p:cNvSpPr>
          <p:nvPr>
            <p:ph type="sldNum" sz="quarter" idx="12"/>
          </p:nvPr>
        </p:nvSpPr>
        <p:spPr/>
        <p:txBody>
          <a:bodyPr/>
          <a:lstStyle/>
          <a:p>
            <a:fld id="{A884FF79-6540-2F4E-9250-0A9D95AD69B6}" type="slidenum">
              <a:rPr lang="en-US" smtClean="0"/>
              <a:t>‹#›</a:t>
            </a:fld>
            <a:endParaRPr lang="en-US"/>
          </a:p>
        </p:txBody>
      </p:sp>
    </p:spTree>
    <p:extLst>
      <p:ext uri="{BB962C8B-B14F-4D97-AF65-F5344CB8AC3E}">
        <p14:creationId xmlns:p14="http://schemas.microsoft.com/office/powerpoint/2010/main" val="42489126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p:spTree>
      <p:nvGrpSpPr>
        <p:cNvPr id="1" name=""/>
        <p:cNvGrpSpPr/>
        <p:nvPr/>
      </p:nvGrpSpPr>
      <p:grpSpPr>
        <a:xfrm>
          <a:off x="0" y="0"/>
          <a:ext cx="0" cy="0"/>
          <a:chOff x="0" y="0"/>
          <a:chExt cx="0" cy="0"/>
        </a:xfrm>
      </p:grpSpPr>
      <p:sp>
        <p:nvSpPr>
          <p:cNvPr id="9" name="Prostokąt 10">
            <a:extLst>
              <a:ext uri="{FF2B5EF4-FFF2-40B4-BE49-F238E27FC236}">
                <a16:creationId xmlns:a16="http://schemas.microsoft.com/office/drawing/2014/main" id="{81B15575-45F3-B945-95AE-F5EA7EEB2382}"/>
              </a:ext>
            </a:extLst>
          </p:cNvPr>
          <p:cNvSpPr/>
          <p:nvPr userDrawn="1"/>
        </p:nvSpPr>
        <p:spPr>
          <a:xfrm>
            <a:off x="3870251" y="0"/>
            <a:ext cx="8321749" cy="6858000"/>
          </a:xfrm>
          <a:prstGeom prst="rect">
            <a:avLst/>
          </a:prstGeom>
          <a:solidFill>
            <a:srgbClr val="8C5AA5"/>
          </a:solidFill>
          <a:ln>
            <a:noFill/>
          </a:ln>
        </p:spPr>
        <p:style>
          <a:lnRef idx="2">
            <a:schemeClr val="accent1">
              <a:shade val="50000"/>
            </a:schemeClr>
          </a:lnRef>
          <a:fillRef idx="1">
            <a:schemeClr val="accent1"/>
          </a:fillRef>
          <a:effectRef idx="0">
            <a:schemeClr val="accent1"/>
          </a:effectRef>
          <a:fontRef idx="minor">
            <a:schemeClr val="lt1"/>
          </a:fontRef>
        </p:style>
        <p:txBody>
          <a:bodyPr lIns="60469" tIns="30235" rIns="60469" bIns="30235" rtlCol="0" anchor="ctr"/>
          <a:lstStyle/>
          <a:p>
            <a:pPr algn="ctr"/>
            <a:endParaRPr lang="pl-PL" sz="1200"/>
          </a:p>
        </p:txBody>
      </p:sp>
      <p:pic>
        <p:nvPicPr>
          <p:cNvPr id="3" name="Picture 2">
            <a:extLst>
              <a:ext uri="{FF2B5EF4-FFF2-40B4-BE49-F238E27FC236}">
                <a16:creationId xmlns:a16="http://schemas.microsoft.com/office/drawing/2014/main" id="{4D9E4161-4A00-5044-9128-8CF67E311575}"/>
              </a:ext>
            </a:extLst>
          </p:cNvPr>
          <p:cNvPicPr>
            <a:picLocks noChangeAspect="1"/>
          </p:cNvPicPr>
          <p:nvPr userDrawn="1"/>
        </p:nvPicPr>
        <p:blipFill>
          <a:blip r:embed="rId2"/>
          <a:stretch>
            <a:fillRect/>
          </a:stretch>
        </p:blipFill>
        <p:spPr>
          <a:xfrm>
            <a:off x="6449165" y="5940036"/>
            <a:ext cx="3061754" cy="493831"/>
          </a:xfrm>
          <a:prstGeom prst="rect">
            <a:avLst/>
          </a:prstGeom>
        </p:spPr>
      </p:pic>
      <p:sp>
        <p:nvSpPr>
          <p:cNvPr id="15" name="Title 7"/>
          <p:cNvSpPr>
            <a:spLocks noGrp="1"/>
          </p:cNvSpPr>
          <p:nvPr>
            <p:ph type="title" hasCustomPrompt="1"/>
          </p:nvPr>
        </p:nvSpPr>
        <p:spPr>
          <a:xfrm>
            <a:off x="4852727" y="1392762"/>
            <a:ext cx="6304549" cy="1716778"/>
          </a:xfrm>
          <a:prstGeom prst="rect">
            <a:avLst/>
          </a:prstGeom>
          <a:noFill/>
        </p:spPr>
        <p:txBody>
          <a:bodyPr wrap="square" lIns="90704" tIns="45352" rIns="90704" bIns="45352" rtlCol="0" anchor="ctr" anchorCtr="0">
            <a:spAutoFit/>
          </a:bodyPr>
          <a:lstStyle>
            <a:lvl1pPr algn="ctr">
              <a:defRPr lang="uk-UA" sz="5867" b="1">
                <a:solidFill>
                  <a:schemeClr val="bg1"/>
                </a:solidFill>
                <a:latin typeface="Calibri" charset="0"/>
                <a:ea typeface="Calibri" charset="0"/>
                <a:cs typeface="Calibri" charset="0"/>
              </a:defRPr>
            </a:lvl1pPr>
          </a:lstStyle>
          <a:p>
            <a:pPr marL="0" lvl="0"/>
            <a:r>
              <a:rPr lang="pl-PL"/>
              <a:t>Presentation t</a:t>
            </a:r>
            <a:r>
              <a:rPr lang="en-US" err="1"/>
              <a:t>itle</a:t>
            </a:r>
            <a:r>
              <a:rPr lang="en-US"/>
              <a:t> </a:t>
            </a:r>
            <a:br>
              <a:rPr lang="en-US"/>
            </a:br>
            <a:r>
              <a:rPr lang="en-US"/>
              <a:t>goes here</a:t>
            </a:r>
            <a:endParaRPr lang="uk-UA"/>
          </a:p>
        </p:txBody>
      </p:sp>
      <p:sp>
        <p:nvSpPr>
          <p:cNvPr id="21" name="Symbol zastępczy tekstu 20"/>
          <p:cNvSpPr>
            <a:spLocks noGrp="1"/>
          </p:cNvSpPr>
          <p:nvPr>
            <p:ph type="body" sz="quarter" idx="13" hasCustomPrompt="1"/>
          </p:nvPr>
        </p:nvSpPr>
        <p:spPr>
          <a:xfrm>
            <a:off x="6316701" y="3628193"/>
            <a:ext cx="3304117" cy="1411816"/>
          </a:xfrm>
          <a:prstGeom prst="rect">
            <a:avLst/>
          </a:prstGeom>
        </p:spPr>
        <p:txBody>
          <a:bodyPr lIns="90704" tIns="45352" rIns="90704" bIns="45352" anchor="ctr" anchorCtr="0"/>
          <a:lstStyle>
            <a:lvl1pPr marL="0" indent="0" algn="ctr">
              <a:buFontTx/>
              <a:buNone/>
              <a:defRPr sz="2400" baseline="0">
                <a:solidFill>
                  <a:schemeClr val="bg1"/>
                </a:solidFill>
              </a:defRPr>
            </a:lvl1pPr>
            <a:lvl2pPr marL="453541" indent="0">
              <a:buFontTx/>
              <a:buNone/>
              <a:defRPr sz="2933" baseline="0">
                <a:solidFill>
                  <a:schemeClr val="tx2"/>
                </a:solidFill>
              </a:defRPr>
            </a:lvl2pPr>
            <a:lvl3pPr marL="907083" indent="0">
              <a:buFontTx/>
              <a:buNone/>
              <a:defRPr sz="2933" baseline="0">
                <a:solidFill>
                  <a:schemeClr val="tx2"/>
                </a:solidFill>
              </a:defRPr>
            </a:lvl3pPr>
            <a:lvl4pPr marL="1360625" indent="0">
              <a:buFontTx/>
              <a:buNone/>
              <a:defRPr sz="2933" baseline="0">
                <a:solidFill>
                  <a:schemeClr val="tx2"/>
                </a:solidFill>
              </a:defRPr>
            </a:lvl4pPr>
            <a:lvl5pPr marL="1814167" indent="0">
              <a:buFontTx/>
              <a:buNone/>
              <a:defRPr sz="2933" baseline="0">
                <a:solidFill>
                  <a:schemeClr val="tx2"/>
                </a:solidFill>
              </a:defRPr>
            </a:lvl5pPr>
          </a:lstStyle>
          <a:p>
            <a:pPr lvl="0"/>
            <a:r>
              <a:rPr lang="pl-PL" err="1"/>
              <a:t>Date</a:t>
            </a:r>
            <a:r>
              <a:rPr lang="pl-PL"/>
              <a:t> </a:t>
            </a:r>
            <a:r>
              <a:rPr lang="pl-PL" err="1"/>
              <a:t>goes</a:t>
            </a:r>
            <a:r>
              <a:rPr lang="pl-PL"/>
              <a:t> </a:t>
            </a:r>
            <a:r>
              <a:rPr lang="pl-PL" err="1"/>
              <a:t>here</a:t>
            </a:r>
            <a:endParaRPr lang="pl-PL"/>
          </a:p>
        </p:txBody>
      </p:sp>
      <p:sp>
        <p:nvSpPr>
          <p:cNvPr id="39" name="Picture Placeholder 38">
            <a:extLst>
              <a:ext uri="{FF2B5EF4-FFF2-40B4-BE49-F238E27FC236}">
                <a16:creationId xmlns:a16="http://schemas.microsoft.com/office/drawing/2014/main" id="{22A9AAEC-2B60-954B-96DD-3A14026F3288}"/>
              </a:ext>
            </a:extLst>
          </p:cNvPr>
          <p:cNvSpPr>
            <a:spLocks noGrp="1"/>
          </p:cNvSpPr>
          <p:nvPr>
            <p:ph type="pic" sz="quarter" idx="14"/>
          </p:nvPr>
        </p:nvSpPr>
        <p:spPr>
          <a:xfrm>
            <a:off x="0" y="0"/>
            <a:ext cx="3870325" cy="6858000"/>
          </a:xfrm>
          <a:prstGeom prst="rect">
            <a:avLst/>
          </a:prstGeom>
        </p:spPr>
        <p:txBody>
          <a:bodyPr lIns="90704" tIns="45352" rIns="90704" bIns="45352"/>
          <a:lstStyle/>
          <a:p>
            <a:endParaRPr lang="pl-PL"/>
          </a:p>
        </p:txBody>
      </p:sp>
    </p:spTree>
    <p:extLst>
      <p:ext uri="{BB962C8B-B14F-4D97-AF65-F5344CB8AC3E}">
        <p14:creationId xmlns:p14="http://schemas.microsoft.com/office/powerpoint/2010/main" val="970594112"/>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EMPTY WITH TITLE">
    <p:spTree>
      <p:nvGrpSpPr>
        <p:cNvPr id="1" name=""/>
        <p:cNvGrpSpPr/>
        <p:nvPr/>
      </p:nvGrpSpPr>
      <p:grpSpPr>
        <a:xfrm>
          <a:off x="0" y="0"/>
          <a:ext cx="0" cy="0"/>
          <a:chOff x="0" y="0"/>
          <a:chExt cx="0" cy="0"/>
        </a:xfrm>
      </p:grpSpPr>
      <p:sp>
        <p:nvSpPr>
          <p:cNvPr id="7" name="Title 7">
            <a:extLst>
              <a:ext uri="{FF2B5EF4-FFF2-40B4-BE49-F238E27FC236}">
                <a16:creationId xmlns:a16="http://schemas.microsoft.com/office/drawing/2014/main" id="{DCB63A60-0A2F-DB4D-B049-C7C4FF8ED21D}"/>
              </a:ext>
            </a:extLst>
          </p:cNvPr>
          <p:cNvSpPr>
            <a:spLocks noGrp="1"/>
          </p:cNvSpPr>
          <p:nvPr>
            <p:ph type="title" hasCustomPrompt="1"/>
          </p:nvPr>
        </p:nvSpPr>
        <p:spPr>
          <a:xfrm>
            <a:off x="610397" y="546557"/>
            <a:ext cx="10645935" cy="507088"/>
          </a:xfrm>
          <a:prstGeom prst="rect">
            <a:avLst/>
          </a:prstGeom>
          <a:noFill/>
        </p:spPr>
        <p:txBody>
          <a:bodyPr wrap="square" lIns="90704" tIns="45352" rIns="90704" bIns="45352" rtlCol="0" anchor="ctr" anchorCtr="0">
            <a:spAutoFit/>
          </a:bodyPr>
          <a:lstStyle>
            <a:lvl1pPr>
              <a:defRPr lang="uk-UA" sz="3000" b="1">
                <a:latin typeface="Calibri" charset="0"/>
                <a:ea typeface="Calibri" charset="0"/>
                <a:cs typeface="Calibri" charset="0"/>
              </a:defRPr>
            </a:lvl1pPr>
          </a:lstStyle>
          <a:p>
            <a:pPr marL="0" lvl="0"/>
            <a:r>
              <a:rPr lang="en-US"/>
              <a:t>Title goes here</a:t>
            </a:r>
            <a:endParaRPr lang="uk-UA"/>
          </a:p>
        </p:txBody>
      </p:sp>
      <p:cxnSp>
        <p:nvCxnSpPr>
          <p:cNvPr id="13" name="Straight Connector 1">
            <a:extLst>
              <a:ext uri="{FF2B5EF4-FFF2-40B4-BE49-F238E27FC236}">
                <a16:creationId xmlns:a16="http://schemas.microsoft.com/office/drawing/2014/main" id="{CACEC802-F2DC-9F49-B96D-08F142BA932A}"/>
              </a:ext>
            </a:extLst>
          </p:cNvPr>
          <p:cNvCxnSpPr/>
          <p:nvPr userDrawn="1"/>
        </p:nvCxnSpPr>
        <p:spPr>
          <a:xfrm>
            <a:off x="469901" y="457200"/>
            <a:ext cx="0" cy="685800"/>
          </a:xfrm>
          <a:prstGeom prst="line">
            <a:avLst/>
          </a:prstGeom>
          <a:ln w="63500">
            <a:solidFill>
              <a:srgbClr val="81509B"/>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4">
            <a:extLst>
              <a:ext uri="{FF2B5EF4-FFF2-40B4-BE49-F238E27FC236}">
                <a16:creationId xmlns:a16="http://schemas.microsoft.com/office/drawing/2014/main" id="{53F1C73B-9C31-DB47-9899-36D06AE8543C}"/>
              </a:ext>
            </a:extLst>
          </p:cNvPr>
          <p:cNvCxnSpPr/>
          <p:nvPr userDrawn="1"/>
        </p:nvCxnSpPr>
        <p:spPr>
          <a:xfrm>
            <a:off x="469901" y="6124657"/>
            <a:ext cx="0" cy="495300"/>
          </a:xfrm>
          <a:prstGeom prst="line">
            <a:avLst/>
          </a:prstGeom>
          <a:ln w="63500">
            <a:solidFill>
              <a:srgbClr val="81509B"/>
            </a:solidFill>
            <a:headEnd type="none"/>
            <a:tailEnd type="none"/>
          </a:ln>
        </p:spPr>
        <p:style>
          <a:lnRef idx="1">
            <a:schemeClr val="accent1"/>
          </a:lnRef>
          <a:fillRef idx="0">
            <a:schemeClr val="accent1"/>
          </a:fillRef>
          <a:effectRef idx="0">
            <a:schemeClr val="accent1"/>
          </a:effectRef>
          <a:fontRef idx="minor">
            <a:schemeClr val="tx1"/>
          </a:fontRef>
        </p:style>
      </p:cxnSp>
      <p:pic>
        <p:nvPicPr>
          <p:cNvPr id="20" name="Picture 19">
            <a:extLst>
              <a:ext uri="{FF2B5EF4-FFF2-40B4-BE49-F238E27FC236}">
                <a16:creationId xmlns:a16="http://schemas.microsoft.com/office/drawing/2014/main" id="{45F9D735-6908-534F-80BC-360625B39C36}"/>
              </a:ext>
            </a:extLst>
          </p:cNvPr>
          <p:cNvPicPr>
            <a:picLocks noChangeAspect="1"/>
          </p:cNvPicPr>
          <p:nvPr userDrawn="1"/>
        </p:nvPicPr>
        <p:blipFill>
          <a:blip r:embed="rId2"/>
          <a:stretch>
            <a:fillRect/>
          </a:stretch>
        </p:blipFill>
        <p:spPr>
          <a:xfrm>
            <a:off x="693053" y="6124657"/>
            <a:ext cx="1604152" cy="483664"/>
          </a:xfrm>
          <a:prstGeom prst="rect">
            <a:avLst/>
          </a:prstGeom>
        </p:spPr>
      </p:pic>
      <p:sp>
        <p:nvSpPr>
          <p:cNvPr id="21" name="Prostokąt 6">
            <a:extLst>
              <a:ext uri="{FF2B5EF4-FFF2-40B4-BE49-F238E27FC236}">
                <a16:creationId xmlns:a16="http://schemas.microsoft.com/office/drawing/2014/main" id="{53E3127C-A33F-8C40-A146-CFE425A7D5CC}"/>
              </a:ext>
            </a:extLst>
          </p:cNvPr>
          <p:cNvSpPr/>
          <p:nvPr userDrawn="1"/>
        </p:nvSpPr>
        <p:spPr>
          <a:xfrm>
            <a:off x="11718789" y="0"/>
            <a:ext cx="473211" cy="6858000"/>
          </a:xfrm>
          <a:prstGeom prst="rect">
            <a:avLst/>
          </a:prstGeom>
          <a:solidFill>
            <a:srgbClr val="8C5AA5"/>
          </a:solidFill>
          <a:ln>
            <a:noFill/>
          </a:ln>
        </p:spPr>
        <p:style>
          <a:lnRef idx="2">
            <a:schemeClr val="accent1">
              <a:shade val="50000"/>
            </a:schemeClr>
          </a:lnRef>
          <a:fillRef idx="1">
            <a:schemeClr val="accent1"/>
          </a:fillRef>
          <a:effectRef idx="0">
            <a:schemeClr val="accent1"/>
          </a:effectRef>
          <a:fontRef idx="minor">
            <a:schemeClr val="lt1"/>
          </a:fontRef>
        </p:style>
        <p:txBody>
          <a:bodyPr lIns="60469" tIns="30235" rIns="60469" bIns="30235" rtlCol="0" anchor="ctr"/>
          <a:lstStyle/>
          <a:p>
            <a:pPr algn="ctr"/>
            <a:endParaRPr lang="pl-PL" sz="1200"/>
          </a:p>
        </p:txBody>
      </p:sp>
      <p:pic>
        <p:nvPicPr>
          <p:cNvPr id="22" name="Obraz 9">
            <a:extLst>
              <a:ext uri="{FF2B5EF4-FFF2-40B4-BE49-F238E27FC236}">
                <a16:creationId xmlns:a16="http://schemas.microsoft.com/office/drawing/2014/main" id="{EB4B66BA-85FB-2740-B8B5-E4B5CD2A30CF}"/>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1800730" y="200665"/>
            <a:ext cx="342333" cy="377146"/>
          </a:xfrm>
          <a:prstGeom prst="rect">
            <a:avLst/>
          </a:prstGeom>
        </p:spPr>
      </p:pic>
      <p:sp>
        <p:nvSpPr>
          <p:cNvPr id="23" name="Rectangle 22">
            <a:extLst>
              <a:ext uri="{FF2B5EF4-FFF2-40B4-BE49-F238E27FC236}">
                <a16:creationId xmlns:a16="http://schemas.microsoft.com/office/drawing/2014/main" id="{C61A9943-D89F-864D-B1A2-49D9072963BA}"/>
              </a:ext>
            </a:extLst>
          </p:cNvPr>
          <p:cNvSpPr/>
          <p:nvPr userDrawn="1"/>
        </p:nvSpPr>
        <p:spPr>
          <a:xfrm>
            <a:off x="11770366" y="6354321"/>
            <a:ext cx="404248" cy="348383"/>
          </a:xfrm>
          <a:prstGeom prst="rect">
            <a:avLst/>
          </a:prstGeom>
        </p:spPr>
        <p:txBody>
          <a:bodyPr wrap="none" lIns="60469" tIns="30235" rIns="60469" bIns="30235">
            <a:spAutoFit/>
          </a:bodyPr>
          <a:lstStyle/>
          <a:p>
            <a:fld id="{E5B4EB64-54DE-40F8-9354-51A55C032A93}" type="slidenum">
              <a:rPr lang="pl-PL" sz="1867" b="1" smtClean="0">
                <a:solidFill>
                  <a:schemeClr val="bg1"/>
                </a:solidFill>
              </a:rPr>
              <a:pPr/>
              <a:t>‹#›</a:t>
            </a:fld>
            <a:endParaRPr lang="pl-PL" sz="1200"/>
          </a:p>
        </p:txBody>
      </p:sp>
    </p:spTree>
    <p:extLst>
      <p:ext uri="{BB962C8B-B14F-4D97-AF65-F5344CB8AC3E}">
        <p14:creationId xmlns:p14="http://schemas.microsoft.com/office/powerpoint/2010/main" val="205434485"/>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THANK YOU">
    <p:spTree>
      <p:nvGrpSpPr>
        <p:cNvPr id="1" name=""/>
        <p:cNvGrpSpPr/>
        <p:nvPr/>
      </p:nvGrpSpPr>
      <p:grpSpPr>
        <a:xfrm>
          <a:off x="0" y="0"/>
          <a:ext cx="0" cy="0"/>
          <a:chOff x="0" y="0"/>
          <a:chExt cx="0" cy="0"/>
        </a:xfrm>
      </p:grpSpPr>
      <p:sp>
        <p:nvSpPr>
          <p:cNvPr id="30" name="Prostokąt 10">
            <a:extLst>
              <a:ext uri="{FF2B5EF4-FFF2-40B4-BE49-F238E27FC236}">
                <a16:creationId xmlns:a16="http://schemas.microsoft.com/office/drawing/2014/main" id="{8B9F059C-04F3-8746-914A-2F23F849AB26}"/>
              </a:ext>
            </a:extLst>
          </p:cNvPr>
          <p:cNvSpPr/>
          <p:nvPr/>
        </p:nvSpPr>
        <p:spPr>
          <a:xfrm>
            <a:off x="1" y="0"/>
            <a:ext cx="7088373" cy="6858000"/>
          </a:xfrm>
          <a:prstGeom prst="rect">
            <a:avLst/>
          </a:prstGeom>
          <a:solidFill>
            <a:srgbClr val="8C5AA5"/>
          </a:solidFill>
          <a:ln>
            <a:noFill/>
          </a:ln>
        </p:spPr>
        <p:style>
          <a:lnRef idx="2">
            <a:schemeClr val="accent1">
              <a:shade val="50000"/>
            </a:schemeClr>
          </a:lnRef>
          <a:fillRef idx="1">
            <a:schemeClr val="accent1"/>
          </a:fillRef>
          <a:effectRef idx="0">
            <a:schemeClr val="accent1"/>
          </a:effectRef>
          <a:fontRef idx="minor">
            <a:schemeClr val="lt1"/>
          </a:fontRef>
        </p:style>
        <p:txBody>
          <a:bodyPr lIns="60469" tIns="30235" rIns="60469" bIns="30235" rtlCol="0" anchor="ctr"/>
          <a:lstStyle/>
          <a:p>
            <a:pPr algn="ctr"/>
            <a:endParaRPr lang="pl-PL" sz="1200"/>
          </a:p>
        </p:txBody>
      </p:sp>
      <p:sp>
        <p:nvSpPr>
          <p:cNvPr id="34" name="Picture Placeholder 38">
            <a:extLst>
              <a:ext uri="{FF2B5EF4-FFF2-40B4-BE49-F238E27FC236}">
                <a16:creationId xmlns:a16="http://schemas.microsoft.com/office/drawing/2014/main" id="{C3DEE2CE-5ADA-914A-A6D4-402AC05FF6A9}"/>
              </a:ext>
            </a:extLst>
          </p:cNvPr>
          <p:cNvSpPr>
            <a:spLocks noGrp="1"/>
          </p:cNvSpPr>
          <p:nvPr>
            <p:ph type="pic" sz="quarter" idx="14"/>
          </p:nvPr>
        </p:nvSpPr>
        <p:spPr>
          <a:xfrm>
            <a:off x="7088372" y="0"/>
            <a:ext cx="5103629" cy="6858000"/>
          </a:xfrm>
          <a:prstGeom prst="rect">
            <a:avLst/>
          </a:prstGeom>
        </p:spPr>
        <p:txBody>
          <a:bodyPr/>
          <a:lstStyle/>
          <a:p>
            <a:r>
              <a:rPr lang="en-US"/>
              <a:t>Click icon to add picture</a:t>
            </a:r>
            <a:endParaRPr lang="pl-PL"/>
          </a:p>
        </p:txBody>
      </p:sp>
      <p:pic>
        <p:nvPicPr>
          <p:cNvPr id="27" name="Picture 26">
            <a:extLst>
              <a:ext uri="{FF2B5EF4-FFF2-40B4-BE49-F238E27FC236}">
                <a16:creationId xmlns:a16="http://schemas.microsoft.com/office/drawing/2014/main" id="{9D5E7584-F5F1-A84A-8BA2-03533636A742}"/>
              </a:ext>
            </a:extLst>
          </p:cNvPr>
          <p:cNvPicPr>
            <a:picLocks noChangeAspect="1"/>
          </p:cNvPicPr>
          <p:nvPr/>
        </p:nvPicPr>
        <p:blipFill>
          <a:blip r:embed="rId2"/>
          <a:stretch>
            <a:fillRect/>
          </a:stretch>
        </p:blipFill>
        <p:spPr>
          <a:xfrm>
            <a:off x="1635972" y="5130009"/>
            <a:ext cx="3816431" cy="615554"/>
          </a:xfrm>
          <a:prstGeom prst="rect">
            <a:avLst/>
          </a:prstGeom>
        </p:spPr>
      </p:pic>
      <p:sp>
        <p:nvSpPr>
          <p:cNvPr id="28" name="pole tekstowe 1">
            <a:extLst>
              <a:ext uri="{FF2B5EF4-FFF2-40B4-BE49-F238E27FC236}">
                <a16:creationId xmlns:a16="http://schemas.microsoft.com/office/drawing/2014/main" id="{1EBCD86C-CC45-DE44-BB25-964DCBBDDEA4}"/>
              </a:ext>
            </a:extLst>
          </p:cNvPr>
          <p:cNvSpPr txBox="1"/>
          <p:nvPr/>
        </p:nvSpPr>
        <p:spPr>
          <a:xfrm>
            <a:off x="2125234" y="1944817"/>
            <a:ext cx="3303045" cy="738169"/>
          </a:xfrm>
          <a:prstGeom prst="rect">
            <a:avLst/>
          </a:prstGeom>
          <a:noFill/>
        </p:spPr>
        <p:txBody>
          <a:bodyPr wrap="square" lIns="60469" tIns="30235" rIns="60469" bIns="30235" rtlCol="0">
            <a:spAutoFit/>
          </a:bodyPr>
          <a:lstStyle/>
          <a:p>
            <a:r>
              <a:rPr lang="en-US" sz="4400" b="1">
                <a:solidFill>
                  <a:schemeClr val="bg1"/>
                </a:solidFill>
                <a:latin typeface="+mj-lt"/>
              </a:rPr>
              <a:t>Thank you</a:t>
            </a:r>
            <a:endParaRPr lang="pl-PL" sz="4400" b="1">
              <a:solidFill>
                <a:schemeClr val="bg1"/>
              </a:solidFill>
              <a:latin typeface="+mj-lt"/>
            </a:endParaRPr>
          </a:p>
        </p:txBody>
      </p:sp>
      <p:sp>
        <p:nvSpPr>
          <p:cNvPr id="29" name="pole tekstowe 1">
            <a:extLst>
              <a:ext uri="{FF2B5EF4-FFF2-40B4-BE49-F238E27FC236}">
                <a16:creationId xmlns:a16="http://schemas.microsoft.com/office/drawing/2014/main" id="{C8ECBCAB-DBDC-2F41-A995-8A39A948BEC0}"/>
              </a:ext>
            </a:extLst>
          </p:cNvPr>
          <p:cNvSpPr txBox="1"/>
          <p:nvPr/>
        </p:nvSpPr>
        <p:spPr>
          <a:xfrm>
            <a:off x="2141543" y="2565005"/>
            <a:ext cx="3779161" cy="604927"/>
          </a:xfrm>
          <a:prstGeom prst="rect">
            <a:avLst/>
          </a:prstGeom>
          <a:noFill/>
        </p:spPr>
        <p:txBody>
          <a:bodyPr wrap="square" lIns="60469" tIns="30235" rIns="60469" bIns="30235" rtlCol="0">
            <a:spAutoFit/>
          </a:bodyPr>
          <a:lstStyle/>
          <a:p>
            <a:r>
              <a:rPr lang="pl-PL" sz="3534">
                <a:solidFill>
                  <a:schemeClr val="bg1"/>
                </a:solidFill>
              </a:rPr>
              <a:t>for </a:t>
            </a:r>
            <a:r>
              <a:rPr lang="pl-PL" sz="3534" err="1">
                <a:solidFill>
                  <a:schemeClr val="bg1"/>
                </a:solidFill>
              </a:rPr>
              <a:t>your</a:t>
            </a:r>
            <a:r>
              <a:rPr lang="pl-PL" sz="3534">
                <a:solidFill>
                  <a:schemeClr val="bg1"/>
                </a:solidFill>
              </a:rPr>
              <a:t> </a:t>
            </a:r>
            <a:r>
              <a:rPr lang="pl-PL" sz="3534" err="1">
                <a:solidFill>
                  <a:schemeClr val="bg1"/>
                </a:solidFill>
              </a:rPr>
              <a:t>time</a:t>
            </a:r>
            <a:endParaRPr lang="pl-PL" sz="3534">
              <a:solidFill>
                <a:schemeClr val="bg1"/>
              </a:solidFill>
            </a:endParaRPr>
          </a:p>
        </p:txBody>
      </p:sp>
    </p:spTree>
    <p:extLst>
      <p:ext uri="{BB962C8B-B14F-4D97-AF65-F5344CB8AC3E}">
        <p14:creationId xmlns:p14="http://schemas.microsoft.com/office/powerpoint/2010/main" val="3612874580"/>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6FA714-2835-4A48-BCC2-C29C0BC5F27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CE11406-C609-4B81-B74D-427141F1954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6395E70-5074-44A3-8B53-F3F108C63E14}"/>
              </a:ext>
            </a:extLst>
          </p:cNvPr>
          <p:cNvSpPr>
            <a:spLocks noGrp="1"/>
          </p:cNvSpPr>
          <p:nvPr>
            <p:ph type="dt" sz="half" idx="10"/>
          </p:nvPr>
        </p:nvSpPr>
        <p:spPr/>
        <p:txBody>
          <a:bodyPr/>
          <a:lstStyle/>
          <a:p>
            <a:fld id="{B5E8533E-0F61-47D6-BCB3-8A2CCAC03F7C}" type="datetimeFigureOut">
              <a:rPr lang="en-US" smtClean="0"/>
              <a:t>3/24/2022</a:t>
            </a:fld>
            <a:endParaRPr lang="en-US"/>
          </a:p>
        </p:txBody>
      </p:sp>
      <p:sp>
        <p:nvSpPr>
          <p:cNvPr id="5" name="Footer Placeholder 4">
            <a:extLst>
              <a:ext uri="{FF2B5EF4-FFF2-40B4-BE49-F238E27FC236}">
                <a16:creationId xmlns:a16="http://schemas.microsoft.com/office/drawing/2014/main" id="{A4CC52B9-772F-4049-ACA7-65720A66FB2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20791CE-744A-41EE-8633-68D7D2FC6F75}"/>
              </a:ext>
            </a:extLst>
          </p:cNvPr>
          <p:cNvSpPr>
            <a:spLocks noGrp="1"/>
          </p:cNvSpPr>
          <p:nvPr>
            <p:ph type="sldNum" sz="quarter" idx="12"/>
          </p:nvPr>
        </p:nvSpPr>
        <p:spPr/>
        <p:txBody>
          <a:bodyPr/>
          <a:lstStyle/>
          <a:p>
            <a:fld id="{9F895D5F-7F3C-49FD-91C0-476A8887DA2D}" type="slidenum">
              <a:rPr lang="en-US" smtClean="0"/>
              <a:t>‹#›</a:t>
            </a:fld>
            <a:endParaRPr lang="en-US"/>
          </a:p>
        </p:txBody>
      </p:sp>
    </p:spTree>
    <p:extLst>
      <p:ext uri="{BB962C8B-B14F-4D97-AF65-F5344CB8AC3E}">
        <p14:creationId xmlns:p14="http://schemas.microsoft.com/office/powerpoint/2010/main" val="11201736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938DA0-B406-4498-9A8E-A790135D823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3B096F-C57B-4530-80D2-8F58EF78B81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BC433D-FE14-4137-953E-50A3B9F2BF6B}"/>
              </a:ext>
            </a:extLst>
          </p:cNvPr>
          <p:cNvSpPr>
            <a:spLocks noGrp="1"/>
          </p:cNvSpPr>
          <p:nvPr>
            <p:ph type="dt" sz="half" idx="10"/>
          </p:nvPr>
        </p:nvSpPr>
        <p:spPr/>
        <p:txBody>
          <a:bodyPr/>
          <a:lstStyle/>
          <a:p>
            <a:fld id="{B5E8533E-0F61-47D6-BCB3-8A2CCAC03F7C}" type="datetimeFigureOut">
              <a:rPr lang="en-US" smtClean="0"/>
              <a:t>3/24/2022</a:t>
            </a:fld>
            <a:endParaRPr lang="en-US"/>
          </a:p>
        </p:txBody>
      </p:sp>
      <p:sp>
        <p:nvSpPr>
          <p:cNvPr id="5" name="Footer Placeholder 4">
            <a:extLst>
              <a:ext uri="{FF2B5EF4-FFF2-40B4-BE49-F238E27FC236}">
                <a16:creationId xmlns:a16="http://schemas.microsoft.com/office/drawing/2014/main" id="{5398F154-F7B0-4986-9CA3-ED8317F313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8D5D86-BBBC-427A-BAF7-9C7C53884C88}"/>
              </a:ext>
            </a:extLst>
          </p:cNvPr>
          <p:cNvSpPr>
            <a:spLocks noGrp="1"/>
          </p:cNvSpPr>
          <p:nvPr>
            <p:ph type="sldNum" sz="quarter" idx="12"/>
          </p:nvPr>
        </p:nvSpPr>
        <p:spPr/>
        <p:txBody>
          <a:bodyPr/>
          <a:lstStyle/>
          <a:p>
            <a:fld id="{9F895D5F-7F3C-49FD-91C0-476A8887DA2D}" type="slidenum">
              <a:rPr lang="en-US" smtClean="0"/>
              <a:t>‹#›</a:t>
            </a:fld>
            <a:endParaRPr lang="en-US"/>
          </a:p>
        </p:txBody>
      </p:sp>
    </p:spTree>
    <p:extLst>
      <p:ext uri="{BB962C8B-B14F-4D97-AF65-F5344CB8AC3E}">
        <p14:creationId xmlns:p14="http://schemas.microsoft.com/office/powerpoint/2010/main" val="33336139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488DB-B53C-4B4A-8DC4-F111B8A1EF0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7DB02C7-13A8-4A8B-AEA5-B28C117BCB1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E38D4FE-782B-4C64-B6DD-99E70C6D3DA8}"/>
              </a:ext>
            </a:extLst>
          </p:cNvPr>
          <p:cNvSpPr>
            <a:spLocks noGrp="1"/>
          </p:cNvSpPr>
          <p:nvPr>
            <p:ph type="dt" sz="half" idx="10"/>
          </p:nvPr>
        </p:nvSpPr>
        <p:spPr/>
        <p:txBody>
          <a:bodyPr/>
          <a:lstStyle/>
          <a:p>
            <a:fld id="{B5E8533E-0F61-47D6-BCB3-8A2CCAC03F7C}" type="datetimeFigureOut">
              <a:rPr lang="en-US" smtClean="0"/>
              <a:t>3/24/2022</a:t>
            </a:fld>
            <a:endParaRPr lang="en-US"/>
          </a:p>
        </p:txBody>
      </p:sp>
      <p:sp>
        <p:nvSpPr>
          <p:cNvPr id="5" name="Footer Placeholder 4">
            <a:extLst>
              <a:ext uri="{FF2B5EF4-FFF2-40B4-BE49-F238E27FC236}">
                <a16:creationId xmlns:a16="http://schemas.microsoft.com/office/drawing/2014/main" id="{F2213E1C-9157-4E47-9451-8CE6DFF60B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BAF269-2CFC-4481-8FE8-0F1EFF5737CA}"/>
              </a:ext>
            </a:extLst>
          </p:cNvPr>
          <p:cNvSpPr>
            <a:spLocks noGrp="1"/>
          </p:cNvSpPr>
          <p:nvPr>
            <p:ph type="sldNum" sz="quarter" idx="12"/>
          </p:nvPr>
        </p:nvSpPr>
        <p:spPr/>
        <p:txBody>
          <a:bodyPr/>
          <a:lstStyle/>
          <a:p>
            <a:fld id="{9F895D5F-7F3C-49FD-91C0-476A8887DA2D}" type="slidenum">
              <a:rPr lang="en-US" smtClean="0"/>
              <a:t>‹#›</a:t>
            </a:fld>
            <a:endParaRPr lang="en-US"/>
          </a:p>
        </p:txBody>
      </p:sp>
    </p:spTree>
    <p:extLst>
      <p:ext uri="{BB962C8B-B14F-4D97-AF65-F5344CB8AC3E}">
        <p14:creationId xmlns:p14="http://schemas.microsoft.com/office/powerpoint/2010/main" val="155202478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D49EE-3B59-4F5F-8086-75CD3270751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B8144AC-1BEA-48A5-8DF9-8DA73090062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3AB5BA7-6B21-4BA2-BC0A-9B1B7F264E6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25AA842-7A98-4ACF-9DE7-187DA01E486B}"/>
              </a:ext>
            </a:extLst>
          </p:cNvPr>
          <p:cNvSpPr>
            <a:spLocks noGrp="1"/>
          </p:cNvSpPr>
          <p:nvPr>
            <p:ph type="dt" sz="half" idx="10"/>
          </p:nvPr>
        </p:nvSpPr>
        <p:spPr/>
        <p:txBody>
          <a:bodyPr/>
          <a:lstStyle/>
          <a:p>
            <a:fld id="{B5E8533E-0F61-47D6-BCB3-8A2CCAC03F7C}" type="datetimeFigureOut">
              <a:rPr lang="en-US" smtClean="0"/>
              <a:t>3/24/2022</a:t>
            </a:fld>
            <a:endParaRPr lang="en-US"/>
          </a:p>
        </p:txBody>
      </p:sp>
      <p:sp>
        <p:nvSpPr>
          <p:cNvPr id="6" name="Footer Placeholder 5">
            <a:extLst>
              <a:ext uri="{FF2B5EF4-FFF2-40B4-BE49-F238E27FC236}">
                <a16:creationId xmlns:a16="http://schemas.microsoft.com/office/drawing/2014/main" id="{1C3C8B99-532C-41EA-833A-C90F25BABFB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9B84B4D-0DCF-4954-9FA5-E2AB4FE3B375}"/>
              </a:ext>
            </a:extLst>
          </p:cNvPr>
          <p:cNvSpPr>
            <a:spLocks noGrp="1"/>
          </p:cNvSpPr>
          <p:nvPr>
            <p:ph type="sldNum" sz="quarter" idx="12"/>
          </p:nvPr>
        </p:nvSpPr>
        <p:spPr/>
        <p:txBody>
          <a:bodyPr/>
          <a:lstStyle/>
          <a:p>
            <a:fld id="{9F895D5F-7F3C-49FD-91C0-476A8887DA2D}" type="slidenum">
              <a:rPr lang="en-US" smtClean="0"/>
              <a:t>‹#›</a:t>
            </a:fld>
            <a:endParaRPr lang="en-US"/>
          </a:p>
        </p:txBody>
      </p:sp>
    </p:spTree>
    <p:extLst>
      <p:ext uri="{BB962C8B-B14F-4D97-AF65-F5344CB8AC3E}">
        <p14:creationId xmlns:p14="http://schemas.microsoft.com/office/powerpoint/2010/main" val="356421741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66572D-ECDC-4670-AD96-4F570265A55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61FC1AC-A7F5-4952-B13B-697324CCA62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B426D54-D2F2-4DA8-81DC-B88F67C5B36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884E9D-B094-45FD-8D3B-E1B7BAAA8E4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46E6CC8-474C-491F-83D0-5AB4A7A3BB9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8568F05-C55A-498C-9397-CE223842C730}"/>
              </a:ext>
            </a:extLst>
          </p:cNvPr>
          <p:cNvSpPr>
            <a:spLocks noGrp="1"/>
          </p:cNvSpPr>
          <p:nvPr>
            <p:ph type="dt" sz="half" idx="10"/>
          </p:nvPr>
        </p:nvSpPr>
        <p:spPr/>
        <p:txBody>
          <a:bodyPr/>
          <a:lstStyle/>
          <a:p>
            <a:fld id="{B5E8533E-0F61-47D6-BCB3-8A2CCAC03F7C}" type="datetimeFigureOut">
              <a:rPr lang="en-US" smtClean="0"/>
              <a:t>3/24/2022</a:t>
            </a:fld>
            <a:endParaRPr lang="en-US"/>
          </a:p>
        </p:txBody>
      </p:sp>
      <p:sp>
        <p:nvSpPr>
          <p:cNvPr id="8" name="Footer Placeholder 7">
            <a:extLst>
              <a:ext uri="{FF2B5EF4-FFF2-40B4-BE49-F238E27FC236}">
                <a16:creationId xmlns:a16="http://schemas.microsoft.com/office/drawing/2014/main" id="{A7FAAA4A-0C5A-463B-9DB2-196372046B9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E847B54-08DA-466D-9D22-29307B808D3D}"/>
              </a:ext>
            </a:extLst>
          </p:cNvPr>
          <p:cNvSpPr>
            <a:spLocks noGrp="1"/>
          </p:cNvSpPr>
          <p:nvPr>
            <p:ph type="sldNum" sz="quarter" idx="12"/>
          </p:nvPr>
        </p:nvSpPr>
        <p:spPr/>
        <p:txBody>
          <a:bodyPr/>
          <a:lstStyle/>
          <a:p>
            <a:fld id="{9F895D5F-7F3C-49FD-91C0-476A8887DA2D}" type="slidenum">
              <a:rPr lang="en-US" smtClean="0"/>
              <a:t>‹#›</a:t>
            </a:fld>
            <a:endParaRPr lang="en-US"/>
          </a:p>
        </p:txBody>
      </p:sp>
    </p:spTree>
    <p:extLst>
      <p:ext uri="{BB962C8B-B14F-4D97-AF65-F5344CB8AC3E}">
        <p14:creationId xmlns:p14="http://schemas.microsoft.com/office/powerpoint/2010/main" val="361595179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F5A84-6DD9-4DFE-8D01-C0BD509E16E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E7FE369-C4F4-48A3-BAA2-BA2A3558B899}"/>
              </a:ext>
            </a:extLst>
          </p:cNvPr>
          <p:cNvSpPr>
            <a:spLocks noGrp="1"/>
          </p:cNvSpPr>
          <p:nvPr>
            <p:ph type="dt" sz="half" idx="10"/>
          </p:nvPr>
        </p:nvSpPr>
        <p:spPr/>
        <p:txBody>
          <a:bodyPr/>
          <a:lstStyle/>
          <a:p>
            <a:fld id="{B5E8533E-0F61-47D6-BCB3-8A2CCAC03F7C}" type="datetimeFigureOut">
              <a:rPr lang="en-US" smtClean="0"/>
              <a:t>3/24/2022</a:t>
            </a:fld>
            <a:endParaRPr lang="en-US"/>
          </a:p>
        </p:txBody>
      </p:sp>
      <p:sp>
        <p:nvSpPr>
          <p:cNvPr id="4" name="Footer Placeholder 3">
            <a:extLst>
              <a:ext uri="{FF2B5EF4-FFF2-40B4-BE49-F238E27FC236}">
                <a16:creationId xmlns:a16="http://schemas.microsoft.com/office/drawing/2014/main" id="{6B72F975-1EEB-44C2-87A7-DDB95EB89DC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713CA3E-5B74-4D5B-BF59-EAA7AB895C9D}"/>
              </a:ext>
            </a:extLst>
          </p:cNvPr>
          <p:cNvSpPr>
            <a:spLocks noGrp="1"/>
          </p:cNvSpPr>
          <p:nvPr>
            <p:ph type="sldNum" sz="quarter" idx="12"/>
          </p:nvPr>
        </p:nvSpPr>
        <p:spPr/>
        <p:txBody>
          <a:bodyPr/>
          <a:lstStyle/>
          <a:p>
            <a:fld id="{9F895D5F-7F3C-49FD-91C0-476A8887DA2D}" type="slidenum">
              <a:rPr lang="en-US" smtClean="0"/>
              <a:t>‹#›</a:t>
            </a:fld>
            <a:endParaRPr lang="en-US"/>
          </a:p>
        </p:txBody>
      </p:sp>
    </p:spTree>
    <p:extLst>
      <p:ext uri="{BB962C8B-B14F-4D97-AF65-F5344CB8AC3E}">
        <p14:creationId xmlns:p14="http://schemas.microsoft.com/office/powerpoint/2010/main" val="328767998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6B7A9B8-3CC6-4A30-845E-AD95B81D45D1}"/>
              </a:ext>
            </a:extLst>
          </p:cNvPr>
          <p:cNvSpPr>
            <a:spLocks noGrp="1"/>
          </p:cNvSpPr>
          <p:nvPr>
            <p:ph type="dt" sz="half" idx="10"/>
          </p:nvPr>
        </p:nvSpPr>
        <p:spPr/>
        <p:txBody>
          <a:bodyPr/>
          <a:lstStyle/>
          <a:p>
            <a:fld id="{B5E8533E-0F61-47D6-BCB3-8A2CCAC03F7C}" type="datetimeFigureOut">
              <a:rPr lang="en-US" smtClean="0"/>
              <a:t>3/24/2022</a:t>
            </a:fld>
            <a:endParaRPr lang="en-US"/>
          </a:p>
        </p:txBody>
      </p:sp>
      <p:sp>
        <p:nvSpPr>
          <p:cNvPr id="3" name="Footer Placeholder 2">
            <a:extLst>
              <a:ext uri="{FF2B5EF4-FFF2-40B4-BE49-F238E27FC236}">
                <a16:creationId xmlns:a16="http://schemas.microsoft.com/office/drawing/2014/main" id="{D4D2D6D3-00CB-49BC-87BA-424808921AE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CACF291-C6E2-4CF1-B8FD-8729FDEE33C2}"/>
              </a:ext>
            </a:extLst>
          </p:cNvPr>
          <p:cNvSpPr>
            <a:spLocks noGrp="1"/>
          </p:cNvSpPr>
          <p:nvPr>
            <p:ph type="sldNum" sz="quarter" idx="12"/>
          </p:nvPr>
        </p:nvSpPr>
        <p:spPr/>
        <p:txBody>
          <a:bodyPr/>
          <a:lstStyle/>
          <a:p>
            <a:fld id="{9F895D5F-7F3C-49FD-91C0-476A8887DA2D}" type="slidenum">
              <a:rPr lang="en-US" smtClean="0"/>
              <a:t>‹#›</a:t>
            </a:fld>
            <a:endParaRPr lang="en-US"/>
          </a:p>
        </p:txBody>
      </p:sp>
    </p:spTree>
    <p:extLst>
      <p:ext uri="{BB962C8B-B14F-4D97-AF65-F5344CB8AC3E}">
        <p14:creationId xmlns:p14="http://schemas.microsoft.com/office/powerpoint/2010/main" val="94540696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4C837E-3658-423D-AAB0-EDE686C6F88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B9DC390-49EB-4CE9-ACDA-8A1DF96F6D2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3B5A70E-A4C8-4E27-84E8-6AA06298834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A1C88A6-B9F2-41D2-AB95-0443A0B50DD7}"/>
              </a:ext>
            </a:extLst>
          </p:cNvPr>
          <p:cNvSpPr>
            <a:spLocks noGrp="1"/>
          </p:cNvSpPr>
          <p:nvPr>
            <p:ph type="dt" sz="half" idx="10"/>
          </p:nvPr>
        </p:nvSpPr>
        <p:spPr/>
        <p:txBody>
          <a:bodyPr/>
          <a:lstStyle/>
          <a:p>
            <a:fld id="{B5E8533E-0F61-47D6-BCB3-8A2CCAC03F7C}" type="datetimeFigureOut">
              <a:rPr lang="en-US" smtClean="0"/>
              <a:t>3/24/2022</a:t>
            </a:fld>
            <a:endParaRPr lang="en-US"/>
          </a:p>
        </p:txBody>
      </p:sp>
      <p:sp>
        <p:nvSpPr>
          <p:cNvPr id="6" name="Footer Placeholder 5">
            <a:extLst>
              <a:ext uri="{FF2B5EF4-FFF2-40B4-BE49-F238E27FC236}">
                <a16:creationId xmlns:a16="http://schemas.microsoft.com/office/drawing/2014/main" id="{1F5B77FB-94DE-4F65-8EDF-EAB096D0CCA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46CB576-2092-4839-B4B8-BB0D272D717F}"/>
              </a:ext>
            </a:extLst>
          </p:cNvPr>
          <p:cNvSpPr>
            <a:spLocks noGrp="1"/>
          </p:cNvSpPr>
          <p:nvPr>
            <p:ph type="sldNum" sz="quarter" idx="12"/>
          </p:nvPr>
        </p:nvSpPr>
        <p:spPr/>
        <p:txBody>
          <a:bodyPr/>
          <a:lstStyle/>
          <a:p>
            <a:fld id="{9F895D5F-7F3C-49FD-91C0-476A8887DA2D}" type="slidenum">
              <a:rPr lang="en-US" smtClean="0"/>
              <a:t>‹#›</a:t>
            </a:fld>
            <a:endParaRPr lang="en-US"/>
          </a:p>
        </p:txBody>
      </p:sp>
    </p:spTree>
    <p:extLst>
      <p:ext uri="{BB962C8B-B14F-4D97-AF65-F5344CB8AC3E}">
        <p14:creationId xmlns:p14="http://schemas.microsoft.com/office/powerpoint/2010/main" val="379827314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4FD19-A425-4758-BACC-759FD506B2D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D5E4433-5522-4D28-9332-3D09767B16F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FD6767D-A22F-477D-8221-2C4D97F3D5D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9D73B46-9D28-4E8C-B0AA-7642DB9A4602}"/>
              </a:ext>
            </a:extLst>
          </p:cNvPr>
          <p:cNvSpPr>
            <a:spLocks noGrp="1"/>
          </p:cNvSpPr>
          <p:nvPr>
            <p:ph type="dt" sz="half" idx="10"/>
          </p:nvPr>
        </p:nvSpPr>
        <p:spPr/>
        <p:txBody>
          <a:bodyPr/>
          <a:lstStyle/>
          <a:p>
            <a:fld id="{B5E8533E-0F61-47D6-BCB3-8A2CCAC03F7C}" type="datetimeFigureOut">
              <a:rPr lang="en-US" smtClean="0"/>
              <a:t>3/24/2022</a:t>
            </a:fld>
            <a:endParaRPr lang="en-US"/>
          </a:p>
        </p:txBody>
      </p:sp>
      <p:sp>
        <p:nvSpPr>
          <p:cNvPr id="6" name="Footer Placeholder 5">
            <a:extLst>
              <a:ext uri="{FF2B5EF4-FFF2-40B4-BE49-F238E27FC236}">
                <a16:creationId xmlns:a16="http://schemas.microsoft.com/office/drawing/2014/main" id="{B5FD4D31-AD67-4074-9B00-F2F0FE17E87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57CCC66-62AC-4E81-B8E4-D0C6DC30E1CD}"/>
              </a:ext>
            </a:extLst>
          </p:cNvPr>
          <p:cNvSpPr>
            <a:spLocks noGrp="1"/>
          </p:cNvSpPr>
          <p:nvPr>
            <p:ph type="sldNum" sz="quarter" idx="12"/>
          </p:nvPr>
        </p:nvSpPr>
        <p:spPr/>
        <p:txBody>
          <a:bodyPr/>
          <a:lstStyle/>
          <a:p>
            <a:fld id="{9F895D5F-7F3C-49FD-91C0-476A8887DA2D}" type="slidenum">
              <a:rPr lang="en-US" smtClean="0"/>
              <a:t>‹#›</a:t>
            </a:fld>
            <a:endParaRPr lang="en-US"/>
          </a:p>
        </p:txBody>
      </p:sp>
    </p:spTree>
    <p:extLst>
      <p:ext uri="{BB962C8B-B14F-4D97-AF65-F5344CB8AC3E}">
        <p14:creationId xmlns:p14="http://schemas.microsoft.com/office/powerpoint/2010/main" val="400296818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A0C4C2-7686-4440-90A3-BFF5DDFC2FE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053B3A6-6C49-47BA-8C8C-6E6E82DC9AF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5BDF99D-BCF5-4FCC-B806-8F4AB4EA0336}"/>
              </a:ext>
            </a:extLst>
          </p:cNvPr>
          <p:cNvSpPr>
            <a:spLocks noGrp="1"/>
          </p:cNvSpPr>
          <p:nvPr>
            <p:ph type="dt" sz="half" idx="10"/>
          </p:nvPr>
        </p:nvSpPr>
        <p:spPr/>
        <p:txBody>
          <a:bodyPr/>
          <a:lstStyle/>
          <a:p>
            <a:fld id="{B5E8533E-0F61-47D6-BCB3-8A2CCAC03F7C}" type="datetimeFigureOut">
              <a:rPr lang="en-US" smtClean="0"/>
              <a:t>3/24/2022</a:t>
            </a:fld>
            <a:endParaRPr lang="en-US"/>
          </a:p>
        </p:txBody>
      </p:sp>
      <p:sp>
        <p:nvSpPr>
          <p:cNvPr id="5" name="Footer Placeholder 4">
            <a:extLst>
              <a:ext uri="{FF2B5EF4-FFF2-40B4-BE49-F238E27FC236}">
                <a16:creationId xmlns:a16="http://schemas.microsoft.com/office/drawing/2014/main" id="{A5C092FE-1086-4E42-B3B7-80B598EF9A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5BA2A7-6D53-41DB-B52E-939B28D99C3A}"/>
              </a:ext>
            </a:extLst>
          </p:cNvPr>
          <p:cNvSpPr>
            <a:spLocks noGrp="1"/>
          </p:cNvSpPr>
          <p:nvPr>
            <p:ph type="sldNum" sz="quarter" idx="12"/>
          </p:nvPr>
        </p:nvSpPr>
        <p:spPr/>
        <p:txBody>
          <a:bodyPr/>
          <a:lstStyle/>
          <a:p>
            <a:fld id="{9F895D5F-7F3C-49FD-91C0-476A8887DA2D}" type="slidenum">
              <a:rPr lang="en-US" smtClean="0"/>
              <a:t>‹#›</a:t>
            </a:fld>
            <a:endParaRPr lang="en-US"/>
          </a:p>
        </p:txBody>
      </p:sp>
    </p:spTree>
    <p:extLst>
      <p:ext uri="{BB962C8B-B14F-4D97-AF65-F5344CB8AC3E}">
        <p14:creationId xmlns:p14="http://schemas.microsoft.com/office/powerpoint/2010/main" val="350174200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CB6A2DF-C98E-4E86-B9BA-B8FC920331A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6CE3061-2DAD-433C-8EE4-DF56A8E045C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EE5D294-FC22-4AAA-BA3C-58230801C83E}"/>
              </a:ext>
            </a:extLst>
          </p:cNvPr>
          <p:cNvSpPr>
            <a:spLocks noGrp="1"/>
          </p:cNvSpPr>
          <p:nvPr>
            <p:ph type="dt" sz="half" idx="10"/>
          </p:nvPr>
        </p:nvSpPr>
        <p:spPr/>
        <p:txBody>
          <a:bodyPr/>
          <a:lstStyle/>
          <a:p>
            <a:fld id="{B5E8533E-0F61-47D6-BCB3-8A2CCAC03F7C}" type="datetimeFigureOut">
              <a:rPr lang="en-US" smtClean="0"/>
              <a:t>3/24/2022</a:t>
            </a:fld>
            <a:endParaRPr lang="en-US"/>
          </a:p>
        </p:txBody>
      </p:sp>
      <p:sp>
        <p:nvSpPr>
          <p:cNvPr id="5" name="Footer Placeholder 4">
            <a:extLst>
              <a:ext uri="{FF2B5EF4-FFF2-40B4-BE49-F238E27FC236}">
                <a16:creationId xmlns:a16="http://schemas.microsoft.com/office/drawing/2014/main" id="{CE0A5ECB-A95F-428B-969C-37A21A5BE9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4922BE-6381-4D93-A216-BA7A6437AAE7}"/>
              </a:ext>
            </a:extLst>
          </p:cNvPr>
          <p:cNvSpPr>
            <a:spLocks noGrp="1"/>
          </p:cNvSpPr>
          <p:nvPr>
            <p:ph type="sldNum" sz="quarter" idx="12"/>
          </p:nvPr>
        </p:nvSpPr>
        <p:spPr/>
        <p:txBody>
          <a:bodyPr/>
          <a:lstStyle/>
          <a:p>
            <a:fld id="{9F895D5F-7F3C-49FD-91C0-476A8887DA2D}" type="slidenum">
              <a:rPr lang="en-US" smtClean="0"/>
              <a:t>‹#›</a:t>
            </a:fld>
            <a:endParaRPr lang="en-US"/>
          </a:p>
        </p:txBody>
      </p:sp>
    </p:spTree>
    <p:extLst>
      <p:ext uri="{BB962C8B-B14F-4D97-AF65-F5344CB8AC3E}">
        <p14:creationId xmlns:p14="http://schemas.microsoft.com/office/powerpoint/2010/main" val="19557894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theme" Target="../theme/theme2.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274BE92-389B-0341-B6CB-DFC753196C8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5CCFD36-B6E1-3D46-871A-AE04116A792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DD4BFA8-1493-1B43-A896-2DD3D63C9E7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269190-6A13-034E-92A6-8400565D510F}" type="datetimeFigureOut">
              <a:rPr lang="en-US" smtClean="0"/>
              <a:t>3/24/2022</a:t>
            </a:fld>
            <a:endParaRPr lang="en-US"/>
          </a:p>
        </p:txBody>
      </p:sp>
      <p:sp>
        <p:nvSpPr>
          <p:cNvPr id="5" name="Footer Placeholder 4">
            <a:extLst>
              <a:ext uri="{FF2B5EF4-FFF2-40B4-BE49-F238E27FC236}">
                <a16:creationId xmlns:a16="http://schemas.microsoft.com/office/drawing/2014/main" id="{3E9602DB-A231-A441-8A07-2D9F5DA8370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D0D0E97-533E-584C-B315-8B57D756473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884FF79-6540-2F4E-9250-0A9D95AD69B6}" type="slidenum">
              <a:rPr lang="en-US" smtClean="0"/>
              <a:t>‹#›</a:t>
            </a:fld>
            <a:endParaRPr lang="en-US"/>
          </a:p>
        </p:txBody>
      </p:sp>
    </p:spTree>
    <p:extLst>
      <p:ext uri="{BB962C8B-B14F-4D97-AF65-F5344CB8AC3E}">
        <p14:creationId xmlns:p14="http://schemas.microsoft.com/office/powerpoint/2010/main" val="21780627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466C712-857C-479F-92E4-40B878C7C5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61D3F63-14C7-4531-8378-1960A9B8EF4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24AFB6F-F146-4F56-92FD-AB749447159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5E8533E-0F61-47D6-BCB3-8A2CCAC03F7C}" type="datetimeFigureOut">
              <a:rPr lang="en-US" smtClean="0"/>
              <a:t>3/24/2022</a:t>
            </a:fld>
            <a:endParaRPr lang="en-US"/>
          </a:p>
        </p:txBody>
      </p:sp>
      <p:sp>
        <p:nvSpPr>
          <p:cNvPr id="5" name="Footer Placeholder 4">
            <a:extLst>
              <a:ext uri="{FF2B5EF4-FFF2-40B4-BE49-F238E27FC236}">
                <a16:creationId xmlns:a16="http://schemas.microsoft.com/office/drawing/2014/main" id="{E0D54628-9295-4774-99A6-984D00D1835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7D421E7-D771-4211-94E2-4832E01299F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F895D5F-7F3C-49FD-91C0-476A8887DA2D}" type="slidenum">
              <a:rPr lang="en-US" smtClean="0"/>
              <a:t>‹#›</a:t>
            </a:fld>
            <a:endParaRPr lang="en-US"/>
          </a:p>
        </p:txBody>
      </p:sp>
    </p:spTree>
    <p:extLst>
      <p:ext uri="{BB962C8B-B14F-4D97-AF65-F5344CB8AC3E}">
        <p14:creationId xmlns:p14="http://schemas.microsoft.com/office/powerpoint/2010/main" val="154142578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mailto:sandhiya.sakthivel@aspiresystems.biz" TargetMode="External"/><Relationship Id="rId3" Type="http://schemas.openxmlformats.org/officeDocument/2006/relationships/hyperlink" Target="mailto:gowtham.raghavan@aspiresystems.biz" TargetMode="External"/><Relationship Id="rId7" Type="http://schemas.openxmlformats.org/officeDocument/2006/relationships/hyperlink" Target="mailto:venkatesh.malai@aspiresystems.biz" TargetMode="External"/><Relationship Id="rId12" Type="http://schemas.openxmlformats.org/officeDocument/2006/relationships/hyperlink" Target="mailto:irfan.sadiq@aspiresystems.biz" TargetMode="External"/><Relationship Id="rId2" Type="http://schemas.openxmlformats.org/officeDocument/2006/relationships/image" Target="../media/image5.png"/><Relationship Id="rId1" Type="http://schemas.openxmlformats.org/officeDocument/2006/relationships/slideLayout" Target="../slideLayouts/slideLayout15.xml"/><Relationship Id="rId6" Type="http://schemas.openxmlformats.org/officeDocument/2006/relationships/hyperlink" Target="mailto:ponvizhi.uday@aspiresystems.biz" TargetMode="External"/><Relationship Id="rId11" Type="http://schemas.openxmlformats.org/officeDocument/2006/relationships/hyperlink" Target="mailto:sriram.manis@aspiresystems.biz" TargetMode="External"/><Relationship Id="rId5" Type="http://schemas.openxmlformats.org/officeDocument/2006/relationships/hyperlink" Target="mailto:girish.ravi@aspiresystems.biz" TargetMode="External"/><Relationship Id="rId10" Type="http://schemas.openxmlformats.org/officeDocument/2006/relationships/hyperlink" Target="mailto:Ranjith.ramasamy@aspiresystems.biz" TargetMode="External"/><Relationship Id="rId4" Type="http://schemas.openxmlformats.org/officeDocument/2006/relationships/hyperlink" Target="mailto:manimaran.venkat@aspiresystems.biz" TargetMode="External"/><Relationship Id="rId9" Type="http://schemas.openxmlformats.org/officeDocument/2006/relationships/hyperlink" Target="mailto:pooja.Sakthivel@aspiresystems.biz"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E9D4C6A2-4704-483C-8547-C1FE9EFC822A}"/>
              </a:ext>
            </a:extLst>
          </p:cNvPr>
          <p:cNvSpPr/>
          <p:nvPr/>
        </p:nvSpPr>
        <p:spPr>
          <a:xfrm rot="5400000">
            <a:off x="6004965" y="541493"/>
            <a:ext cx="6857999" cy="5775016"/>
          </a:xfrm>
          <a:prstGeom prst="rect">
            <a:avLst/>
          </a:prstGeom>
          <a:solidFill>
            <a:srgbClr val="855A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5" name="Picture 44">
            <a:extLst>
              <a:ext uri="{FF2B5EF4-FFF2-40B4-BE49-F238E27FC236}">
                <a16:creationId xmlns:a16="http://schemas.microsoft.com/office/drawing/2014/main" id="{87F5B049-A841-4C9F-8C26-26BD2A3EED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77459" y="5365019"/>
            <a:ext cx="3738078" cy="1281512"/>
          </a:xfrm>
          <a:prstGeom prst="rect">
            <a:avLst/>
          </a:prstGeom>
        </p:spPr>
      </p:pic>
      <p:sp>
        <p:nvSpPr>
          <p:cNvPr id="50" name="TextBox 49">
            <a:extLst>
              <a:ext uri="{FF2B5EF4-FFF2-40B4-BE49-F238E27FC236}">
                <a16:creationId xmlns:a16="http://schemas.microsoft.com/office/drawing/2014/main" id="{0B29CE65-7EF9-42B9-A7AE-8FD3F3896D7F}"/>
              </a:ext>
            </a:extLst>
          </p:cNvPr>
          <p:cNvSpPr txBox="1"/>
          <p:nvPr/>
        </p:nvSpPr>
        <p:spPr>
          <a:xfrm>
            <a:off x="7250464" y="865848"/>
            <a:ext cx="4361607" cy="369332"/>
          </a:xfrm>
          <a:prstGeom prst="rect">
            <a:avLst/>
          </a:prstGeom>
          <a:noFill/>
        </p:spPr>
        <p:txBody>
          <a:bodyPr wrap="square" rtlCol="0">
            <a:spAutoFit/>
          </a:bodyPr>
          <a:lstStyle/>
          <a:p>
            <a:endParaRPr lang="en-US"/>
          </a:p>
        </p:txBody>
      </p:sp>
      <p:sp>
        <p:nvSpPr>
          <p:cNvPr id="7" name="TextBox 1">
            <a:extLst>
              <a:ext uri="{FF2B5EF4-FFF2-40B4-BE49-F238E27FC236}">
                <a16:creationId xmlns:a16="http://schemas.microsoft.com/office/drawing/2014/main" id="{43676789-A9FA-1E76-46EE-BB05CB6B1794}"/>
              </a:ext>
            </a:extLst>
          </p:cNvPr>
          <p:cNvSpPr txBox="1"/>
          <p:nvPr/>
        </p:nvSpPr>
        <p:spPr>
          <a:xfrm>
            <a:off x="7250463" y="916089"/>
            <a:ext cx="4565779" cy="892552"/>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3200">
                <a:solidFill>
                  <a:schemeClr val="bg1"/>
                </a:solidFill>
              </a:rPr>
              <a:t>TEAM AURORA</a:t>
            </a:r>
            <a:endParaRPr lang="en-US" sz="3200">
              <a:solidFill>
                <a:schemeClr val="bg1"/>
              </a:solidFill>
              <a:cs typeface="Calibri"/>
            </a:endParaRPr>
          </a:p>
          <a:p>
            <a:pPr algn="ctr"/>
            <a:r>
              <a:rPr lang="en-US" sz="2000">
                <a:solidFill>
                  <a:schemeClr val="bg1"/>
                </a:solidFill>
              </a:rPr>
              <a:t>“None of us is as smart as all of us”</a:t>
            </a:r>
            <a:endParaRPr lang="en-US" sz="2000">
              <a:solidFill>
                <a:schemeClr val="bg1"/>
              </a:solidFill>
              <a:cs typeface="Calibri"/>
            </a:endParaRPr>
          </a:p>
        </p:txBody>
      </p:sp>
      <p:graphicFrame>
        <p:nvGraphicFramePr>
          <p:cNvPr id="4" name="Table 3">
            <a:extLst>
              <a:ext uri="{FF2B5EF4-FFF2-40B4-BE49-F238E27FC236}">
                <a16:creationId xmlns:a16="http://schemas.microsoft.com/office/drawing/2014/main" id="{044BDC44-DD1E-ED3B-C890-AA5FFCF29527}"/>
              </a:ext>
            </a:extLst>
          </p:cNvPr>
          <p:cNvGraphicFramePr>
            <a:graphicFrameLocks noGrp="1"/>
          </p:cNvGraphicFramePr>
          <p:nvPr>
            <p:extLst>
              <p:ext uri="{D42A27DB-BD31-4B8C-83A1-F6EECF244321}">
                <p14:modId xmlns:p14="http://schemas.microsoft.com/office/powerpoint/2010/main" val="360709130"/>
              </p:ext>
            </p:extLst>
          </p:nvPr>
        </p:nvGraphicFramePr>
        <p:xfrm>
          <a:off x="1" y="6874"/>
          <a:ext cx="2225310" cy="365760"/>
        </p:xfrm>
        <a:graphic>
          <a:graphicData uri="http://schemas.openxmlformats.org/drawingml/2006/table">
            <a:tbl>
              <a:tblPr/>
              <a:tblGrid>
                <a:gridCol w="2225310">
                  <a:extLst>
                    <a:ext uri="{9D8B030D-6E8A-4147-A177-3AD203B41FA5}">
                      <a16:colId xmlns:a16="http://schemas.microsoft.com/office/drawing/2014/main" val="3470225184"/>
                    </a:ext>
                  </a:extLst>
                </a:gridCol>
              </a:tblGrid>
              <a:tr h="331774">
                <a:tc>
                  <a:txBody>
                    <a:bodyPr/>
                    <a:lstStyle/>
                    <a:p>
                      <a:pPr algn="ctr"/>
                      <a:r>
                        <a:rPr lang="en-US">
                          <a:solidFill>
                            <a:schemeClr val="bg1"/>
                          </a:solidFill>
                        </a:rPr>
                        <a:t>TEAM MEMBERS</a:t>
                      </a: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855AA6"/>
                    </a:solidFill>
                  </a:tcPr>
                </a:tc>
                <a:extLst>
                  <a:ext uri="{0D108BD9-81ED-4DB2-BD59-A6C34878D82A}">
                    <a16:rowId xmlns:a16="http://schemas.microsoft.com/office/drawing/2014/main" val="622775791"/>
                  </a:ext>
                </a:extLst>
              </a:tr>
            </a:tbl>
          </a:graphicData>
        </a:graphic>
      </p:graphicFrame>
      <p:sp>
        <p:nvSpPr>
          <p:cNvPr id="5" name="TextBox 4">
            <a:extLst>
              <a:ext uri="{FF2B5EF4-FFF2-40B4-BE49-F238E27FC236}">
                <a16:creationId xmlns:a16="http://schemas.microsoft.com/office/drawing/2014/main" id="{5990C3EB-E65B-27DB-3993-26CB4E1A8397}"/>
              </a:ext>
            </a:extLst>
          </p:cNvPr>
          <p:cNvSpPr txBox="1"/>
          <p:nvPr/>
        </p:nvSpPr>
        <p:spPr>
          <a:xfrm>
            <a:off x="865" y="1620116"/>
            <a:ext cx="6189517" cy="3416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mn-lt"/>
                <a:cs typeface="+mn-lt"/>
              </a:rPr>
              <a:t>  </a:t>
            </a:r>
            <a:r>
              <a:rPr lang="en-US" err="1">
                <a:ea typeface="+mn-lt"/>
                <a:cs typeface="+mn-lt"/>
              </a:rPr>
              <a:t>Gowtham.R</a:t>
            </a:r>
            <a:r>
              <a:rPr lang="en-US">
                <a:ea typeface="+mn-lt"/>
                <a:cs typeface="+mn-lt"/>
              </a:rPr>
              <a:t>-  </a:t>
            </a:r>
            <a:r>
              <a:rPr lang="en-US">
                <a:ea typeface="+mn-lt"/>
                <a:cs typeface="+mn-lt"/>
                <a:hlinkClick r:id="rId3"/>
              </a:rPr>
              <a:t>gowtham.raghavan@aspiresystems.biz</a:t>
            </a:r>
            <a:endParaRPr lang="en-US">
              <a:ea typeface="+mn-lt"/>
              <a:cs typeface="+mn-lt"/>
            </a:endParaRPr>
          </a:p>
          <a:p>
            <a:r>
              <a:rPr lang="en-US">
                <a:ea typeface="+mn-lt"/>
                <a:cs typeface="+mn-lt"/>
              </a:rPr>
              <a:t>  </a:t>
            </a:r>
            <a:r>
              <a:rPr lang="en-US" err="1">
                <a:ea typeface="+mn-lt"/>
                <a:cs typeface="+mn-lt"/>
              </a:rPr>
              <a:t>Manimaran.V</a:t>
            </a:r>
            <a:r>
              <a:rPr lang="en-US">
                <a:ea typeface="+mn-lt"/>
                <a:cs typeface="+mn-lt"/>
              </a:rPr>
              <a:t> – </a:t>
            </a:r>
            <a:r>
              <a:rPr lang="en-US">
                <a:ea typeface="+mn-lt"/>
                <a:cs typeface="+mn-lt"/>
                <a:hlinkClick r:id="rId4"/>
              </a:rPr>
              <a:t>manimaran.venkat@aspiresystems.biz</a:t>
            </a:r>
            <a:endParaRPr lang="en-US">
              <a:ea typeface="+mn-lt"/>
              <a:cs typeface="+mn-lt"/>
            </a:endParaRPr>
          </a:p>
          <a:p>
            <a:r>
              <a:rPr lang="en-US">
                <a:ea typeface="+mn-lt"/>
                <a:cs typeface="+mn-lt"/>
              </a:rPr>
              <a:t>  </a:t>
            </a:r>
            <a:r>
              <a:rPr lang="en-US" err="1">
                <a:ea typeface="+mn-lt"/>
                <a:cs typeface="+mn-lt"/>
              </a:rPr>
              <a:t>Girishkumar</a:t>
            </a:r>
            <a:r>
              <a:rPr lang="en-US">
                <a:ea typeface="+mn-lt"/>
                <a:cs typeface="+mn-lt"/>
              </a:rPr>
              <a:t> .R– </a:t>
            </a:r>
            <a:r>
              <a:rPr lang="en-US">
                <a:ea typeface="+mn-lt"/>
                <a:cs typeface="+mn-lt"/>
                <a:hlinkClick r:id="rId5"/>
              </a:rPr>
              <a:t>girish.ravi@aspiresystems.biz</a:t>
            </a:r>
            <a:endParaRPr lang="en-US">
              <a:ea typeface="+mn-lt"/>
              <a:cs typeface="+mn-lt"/>
            </a:endParaRPr>
          </a:p>
          <a:p>
            <a:r>
              <a:rPr lang="en-US">
                <a:ea typeface="+mn-lt"/>
                <a:cs typeface="+mn-lt"/>
              </a:rPr>
              <a:t>  Ponvizhi .U- </a:t>
            </a:r>
            <a:r>
              <a:rPr lang="en-US">
                <a:ea typeface="+mn-lt"/>
                <a:cs typeface="+mn-lt"/>
                <a:hlinkClick r:id="rId6"/>
              </a:rPr>
              <a:t>ponvizhi.uday@aspiresystems.biz</a:t>
            </a:r>
            <a:endParaRPr lang="en-US">
              <a:ea typeface="+mn-lt"/>
              <a:cs typeface="+mn-lt"/>
            </a:endParaRPr>
          </a:p>
          <a:p>
            <a:r>
              <a:rPr lang="en-US">
                <a:ea typeface="+mn-lt"/>
                <a:cs typeface="+mn-lt"/>
              </a:rPr>
              <a:t>  </a:t>
            </a:r>
            <a:r>
              <a:rPr lang="en-US" err="1">
                <a:ea typeface="+mn-lt"/>
                <a:cs typeface="+mn-lt"/>
              </a:rPr>
              <a:t>Venkateshwaran.M</a:t>
            </a:r>
            <a:r>
              <a:rPr lang="en-US">
                <a:ea typeface="+mn-lt"/>
                <a:cs typeface="+mn-lt"/>
              </a:rPr>
              <a:t> – </a:t>
            </a:r>
            <a:r>
              <a:rPr lang="en-US">
                <a:ea typeface="+mn-lt"/>
                <a:cs typeface="+mn-lt"/>
                <a:hlinkClick r:id="rId7"/>
              </a:rPr>
              <a:t>venkatesh.malai@aspiresystems.biz</a:t>
            </a:r>
            <a:endParaRPr lang="en-US">
              <a:ea typeface="+mn-lt"/>
              <a:cs typeface="+mn-lt"/>
            </a:endParaRPr>
          </a:p>
          <a:p>
            <a:r>
              <a:rPr lang="en-US">
                <a:ea typeface="+mn-lt"/>
                <a:cs typeface="+mn-lt"/>
              </a:rPr>
              <a:t>  </a:t>
            </a:r>
            <a:r>
              <a:rPr lang="en-US" err="1">
                <a:ea typeface="+mn-lt"/>
                <a:cs typeface="+mn-lt"/>
              </a:rPr>
              <a:t>Sandhya.S</a:t>
            </a:r>
            <a:r>
              <a:rPr lang="en-US">
                <a:ea typeface="+mn-lt"/>
                <a:cs typeface="+mn-lt"/>
              </a:rPr>
              <a:t> – </a:t>
            </a:r>
            <a:r>
              <a:rPr lang="en-US">
                <a:ea typeface="+mn-lt"/>
                <a:cs typeface="+mn-lt"/>
                <a:hlinkClick r:id="rId8"/>
              </a:rPr>
              <a:t>sandhiya.sakthivel@aspiresystems.biz</a:t>
            </a:r>
            <a:endParaRPr lang="en-US">
              <a:ea typeface="+mn-lt"/>
              <a:cs typeface="+mn-lt"/>
            </a:endParaRPr>
          </a:p>
          <a:p>
            <a:r>
              <a:rPr lang="en-US">
                <a:ea typeface="+mn-lt"/>
                <a:cs typeface="+mn-lt"/>
              </a:rPr>
              <a:t>  </a:t>
            </a:r>
            <a:r>
              <a:rPr lang="en-US" err="1">
                <a:ea typeface="+mn-lt"/>
                <a:cs typeface="+mn-lt"/>
              </a:rPr>
              <a:t>Pooja.S</a:t>
            </a:r>
            <a:r>
              <a:rPr lang="en-US">
                <a:ea typeface="+mn-lt"/>
                <a:cs typeface="+mn-lt"/>
              </a:rPr>
              <a:t> – </a:t>
            </a:r>
            <a:r>
              <a:rPr lang="en-US">
                <a:ea typeface="+mn-lt"/>
                <a:cs typeface="+mn-lt"/>
                <a:hlinkClick r:id="rId9"/>
              </a:rPr>
              <a:t>pooja.Sakthivel@aspiresystems.biz</a:t>
            </a:r>
            <a:endParaRPr lang="en-US">
              <a:ea typeface="+mn-lt"/>
              <a:cs typeface="+mn-lt"/>
            </a:endParaRPr>
          </a:p>
          <a:p>
            <a:r>
              <a:rPr lang="en-US">
                <a:ea typeface="+mn-lt"/>
                <a:cs typeface="+mn-lt"/>
              </a:rPr>
              <a:t>  </a:t>
            </a:r>
            <a:r>
              <a:rPr lang="en-US" err="1">
                <a:ea typeface="+mn-lt"/>
                <a:cs typeface="+mn-lt"/>
              </a:rPr>
              <a:t>Ranjith.R</a:t>
            </a:r>
            <a:r>
              <a:rPr lang="en-US">
                <a:ea typeface="+mn-lt"/>
                <a:cs typeface="+mn-lt"/>
              </a:rPr>
              <a:t> – </a:t>
            </a:r>
            <a:r>
              <a:rPr lang="en-US">
                <a:ea typeface="+mn-lt"/>
                <a:cs typeface="+mn-lt"/>
                <a:hlinkClick r:id="rId10"/>
              </a:rPr>
              <a:t>Ranjith.ramasamy@aspiresystems.biz</a:t>
            </a:r>
            <a:endParaRPr lang="en-US">
              <a:ea typeface="+mn-lt"/>
              <a:cs typeface="+mn-lt"/>
            </a:endParaRPr>
          </a:p>
          <a:p>
            <a:r>
              <a:rPr lang="en-US">
                <a:ea typeface="+mn-lt"/>
                <a:cs typeface="+mn-lt"/>
              </a:rPr>
              <a:t>  </a:t>
            </a:r>
            <a:r>
              <a:rPr lang="en-US" err="1">
                <a:ea typeface="+mn-lt"/>
                <a:cs typeface="+mn-lt"/>
              </a:rPr>
              <a:t>Sriram.M</a:t>
            </a:r>
            <a:r>
              <a:rPr lang="en-US">
                <a:ea typeface="+mn-lt"/>
                <a:cs typeface="+mn-lt"/>
              </a:rPr>
              <a:t>– </a:t>
            </a:r>
            <a:r>
              <a:rPr lang="en-US">
                <a:ea typeface="+mn-lt"/>
                <a:cs typeface="+mn-lt"/>
                <a:hlinkClick r:id="rId11"/>
              </a:rPr>
              <a:t>sriram.manis@aspiresystems.biz</a:t>
            </a:r>
            <a:endParaRPr lang="en-US">
              <a:ea typeface="+mn-lt"/>
              <a:cs typeface="+mn-lt"/>
            </a:endParaRPr>
          </a:p>
          <a:p>
            <a:r>
              <a:rPr lang="en-US">
                <a:ea typeface="+mn-lt"/>
                <a:cs typeface="+mn-lt"/>
              </a:rPr>
              <a:t>  Mohammed </a:t>
            </a:r>
            <a:r>
              <a:rPr lang="en-US" err="1">
                <a:ea typeface="+mn-lt"/>
                <a:cs typeface="+mn-lt"/>
              </a:rPr>
              <a:t>Irfan.S</a:t>
            </a:r>
            <a:r>
              <a:rPr lang="en-US">
                <a:ea typeface="+mn-lt"/>
                <a:cs typeface="+mn-lt"/>
              </a:rPr>
              <a:t> - </a:t>
            </a:r>
            <a:r>
              <a:rPr lang="en-US">
                <a:ea typeface="+mn-lt"/>
                <a:cs typeface="+mn-lt"/>
                <a:hlinkClick r:id="rId12"/>
              </a:rPr>
              <a:t>irfan.sadiq@aspiresystems.biz</a:t>
            </a:r>
            <a:endParaRPr lang="en-US">
              <a:ea typeface="+mn-lt"/>
              <a:cs typeface="+mn-lt"/>
            </a:endParaRPr>
          </a:p>
          <a:p>
            <a:endParaRPr lang="en-US">
              <a:ea typeface="+mn-lt"/>
              <a:cs typeface="+mn-lt"/>
            </a:endParaRPr>
          </a:p>
          <a:p>
            <a:pPr algn="l"/>
            <a:endParaRPr lang="en-US">
              <a:cs typeface="Calibri"/>
            </a:endParaRPr>
          </a:p>
        </p:txBody>
      </p:sp>
      <p:sp>
        <p:nvSpPr>
          <p:cNvPr id="12" name="TextBox 11">
            <a:extLst>
              <a:ext uri="{FF2B5EF4-FFF2-40B4-BE49-F238E27FC236}">
                <a16:creationId xmlns:a16="http://schemas.microsoft.com/office/drawing/2014/main" id="{B154F456-DB9E-733A-9E62-45242186CCD2}"/>
              </a:ext>
            </a:extLst>
          </p:cNvPr>
          <p:cNvSpPr txBox="1"/>
          <p:nvPr/>
        </p:nvSpPr>
        <p:spPr>
          <a:xfrm>
            <a:off x="1243446" y="871105"/>
            <a:ext cx="376497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    </a:t>
            </a:r>
            <a:r>
              <a:rPr lang="en-US" b="1">
                <a:solidFill>
                  <a:srgbClr val="855AA6"/>
                </a:solidFill>
              </a:rPr>
              <a:t>MEMBERS OF TEAM AURORA</a:t>
            </a:r>
            <a:endParaRPr lang="en-US"/>
          </a:p>
        </p:txBody>
      </p:sp>
      <p:sp>
        <p:nvSpPr>
          <p:cNvPr id="2" name="TextBox 1">
            <a:extLst>
              <a:ext uri="{FF2B5EF4-FFF2-40B4-BE49-F238E27FC236}">
                <a16:creationId xmlns:a16="http://schemas.microsoft.com/office/drawing/2014/main" id="{8F4DD33E-EF13-4241-9D0A-3F811A9D6D88}"/>
              </a:ext>
            </a:extLst>
          </p:cNvPr>
          <p:cNvSpPr txBox="1"/>
          <p:nvPr/>
        </p:nvSpPr>
        <p:spPr>
          <a:xfrm>
            <a:off x="8168951" y="2897155"/>
            <a:ext cx="345077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lvl="1"/>
            <a:r>
              <a:rPr lang="en-US" sz="2000" b="1" dirty="0">
                <a:solidFill>
                  <a:schemeClr val="bg1"/>
                </a:solidFill>
              </a:rPr>
              <a:t>About Aspire Systems</a:t>
            </a:r>
            <a:endParaRPr lang="en-US"/>
          </a:p>
        </p:txBody>
      </p:sp>
    </p:spTree>
    <p:extLst>
      <p:ext uri="{BB962C8B-B14F-4D97-AF65-F5344CB8AC3E}">
        <p14:creationId xmlns:p14="http://schemas.microsoft.com/office/powerpoint/2010/main" val="16136297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4197" y="609626"/>
            <a:ext cx="10645935" cy="497791"/>
          </a:xfrm>
        </p:spPr>
        <p:txBody>
          <a:bodyPr/>
          <a:lstStyle/>
          <a:p>
            <a:r>
              <a:rPr lang="en-US" sz="2900">
                <a:latin typeface="Calibri"/>
                <a:cs typeface="Calibri"/>
              </a:rPr>
              <a:t>Introduction</a:t>
            </a:r>
            <a:endParaRPr lang="en-US" sz="2900"/>
          </a:p>
        </p:txBody>
      </p:sp>
      <p:sp>
        <p:nvSpPr>
          <p:cNvPr id="3" name="TextBox 2">
            <a:extLst>
              <a:ext uri="{FF2B5EF4-FFF2-40B4-BE49-F238E27FC236}">
                <a16:creationId xmlns:a16="http://schemas.microsoft.com/office/drawing/2014/main" id="{AD0B7F42-3625-28F5-D179-71829A383BD2}"/>
              </a:ext>
            </a:extLst>
          </p:cNvPr>
          <p:cNvSpPr txBox="1"/>
          <p:nvPr/>
        </p:nvSpPr>
        <p:spPr>
          <a:xfrm>
            <a:off x="712237" y="999930"/>
            <a:ext cx="10153261" cy="507831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buChar char="•"/>
            </a:pPr>
            <a:r>
              <a:rPr lang="en-US">
                <a:cs typeface="Arial"/>
              </a:rPr>
              <a:t>Aspire Systems was found in the year of 1996.​</a:t>
            </a:r>
          </a:p>
          <a:p>
            <a:pPr>
              <a:buChar char="•"/>
            </a:pPr>
            <a:endParaRPr lang="en-US">
              <a:cs typeface="Arial"/>
            </a:endParaRPr>
          </a:p>
          <a:p>
            <a:pPr>
              <a:buChar char="•"/>
            </a:pPr>
            <a:r>
              <a:rPr lang="en-US">
                <a:cs typeface="Arial"/>
              </a:rPr>
              <a:t>CEO of Aspire Systems is </a:t>
            </a:r>
            <a:r>
              <a:rPr lang="en-US" b="1">
                <a:solidFill>
                  <a:srgbClr val="202124"/>
                </a:solidFill>
                <a:latin typeface="Google Sans"/>
                <a:cs typeface="Arial"/>
              </a:rPr>
              <a:t>Gowri Shankar Subramanian.</a:t>
            </a:r>
            <a:r>
              <a:rPr lang="en-US">
                <a:latin typeface="Google Sans"/>
                <a:cs typeface="Arial"/>
              </a:rPr>
              <a:t>​</a:t>
            </a:r>
          </a:p>
          <a:p>
            <a:pPr>
              <a:buChar char="•"/>
            </a:pPr>
            <a:endParaRPr lang="en-US">
              <a:latin typeface="Google Sans"/>
              <a:cs typeface="Arial"/>
            </a:endParaRPr>
          </a:p>
          <a:p>
            <a:pPr>
              <a:buChar char="•"/>
            </a:pPr>
            <a:r>
              <a:rPr lang="en-US">
                <a:solidFill>
                  <a:srgbClr val="202124"/>
                </a:solidFill>
                <a:latin typeface="Google Sans"/>
                <a:cs typeface="Arial"/>
              </a:rPr>
              <a:t>Aspire Systems is Service Based Company </a:t>
            </a:r>
            <a:r>
              <a:rPr lang="en-US">
                <a:latin typeface="Google Sans"/>
                <a:cs typeface="Arial"/>
              </a:rPr>
              <a:t>​</a:t>
            </a:r>
          </a:p>
          <a:p>
            <a:r>
              <a:rPr lang="en-US">
                <a:cs typeface="Arial"/>
              </a:rPr>
              <a:t>        It means the company that provides customers or clients ,the ultimate solution to their requirements and  a service to another company​</a:t>
            </a:r>
          </a:p>
          <a:p>
            <a:r>
              <a:rPr lang="en-US">
                <a:cs typeface="Arial"/>
              </a:rPr>
              <a:t>         The service offered by the company is </a:t>
            </a:r>
            <a:r>
              <a:rPr lang="en-US" b="1">
                <a:cs typeface="Arial"/>
              </a:rPr>
              <a:t>Intangible </a:t>
            </a:r>
            <a:r>
              <a:rPr lang="en-US">
                <a:cs typeface="Arial"/>
              </a:rPr>
              <a:t>and can be provided in the form of </a:t>
            </a:r>
            <a:r>
              <a:rPr lang="en-US" err="1">
                <a:cs typeface="Arial"/>
              </a:rPr>
              <a:t>skills,amenities</a:t>
            </a:r>
            <a:r>
              <a:rPr lang="en-US">
                <a:cs typeface="Arial"/>
              </a:rPr>
              <a:t> and expertise​</a:t>
            </a:r>
          </a:p>
          <a:p>
            <a:r>
              <a:rPr lang="en-US">
                <a:cs typeface="Arial"/>
              </a:rPr>
              <a:t> ​</a:t>
            </a:r>
          </a:p>
          <a:p>
            <a:pPr>
              <a:buChar char="•"/>
            </a:pPr>
            <a:r>
              <a:rPr lang="en-US">
                <a:cs typeface="Arial"/>
              </a:rPr>
              <a:t>We have our companies across 8 countries​</a:t>
            </a:r>
          </a:p>
          <a:p>
            <a:r>
              <a:rPr lang="en-US">
                <a:cs typeface="Arial"/>
              </a:rPr>
              <a:t>               </a:t>
            </a:r>
            <a:r>
              <a:rPr lang="en-US" err="1">
                <a:cs typeface="Arial"/>
              </a:rPr>
              <a:t>US,UK,Mexico,Poland,Netherlands,Singapore,MiddleEast,India</a:t>
            </a:r>
            <a:r>
              <a:rPr lang="en-US">
                <a:cs typeface="Arial"/>
              </a:rPr>
              <a:t>​</a:t>
            </a:r>
          </a:p>
          <a:p>
            <a:r>
              <a:rPr lang="en-US">
                <a:cs typeface="Arial"/>
              </a:rPr>
              <a:t>​</a:t>
            </a:r>
          </a:p>
          <a:p>
            <a:pPr>
              <a:buChar char="•"/>
            </a:pPr>
            <a:r>
              <a:rPr lang="en-US">
                <a:cs typeface="Arial"/>
              </a:rPr>
              <a:t> We Have  4300+ Employees.​</a:t>
            </a:r>
          </a:p>
          <a:p>
            <a:pPr>
              <a:buChar char="•"/>
            </a:pPr>
            <a:endParaRPr lang="en-US">
              <a:cs typeface="Arial"/>
            </a:endParaRPr>
          </a:p>
          <a:p>
            <a:pPr>
              <a:buChar char="•"/>
            </a:pPr>
            <a:r>
              <a:rPr lang="en-US">
                <a:cs typeface="Arial"/>
              </a:rPr>
              <a:t> We Have 250+ live  Customers.​</a:t>
            </a:r>
          </a:p>
          <a:p>
            <a:pPr>
              <a:buChar char="•"/>
            </a:pPr>
            <a:endParaRPr lang="en-US">
              <a:cs typeface="Arial"/>
            </a:endParaRPr>
          </a:p>
          <a:p>
            <a:pPr>
              <a:buChar char="•"/>
            </a:pPr>
            <a:r>
              <a:rPr lang="en-US">
                <a:cs typeface="Arial"/>
              </a:rPr>
              <a:t>Growing  at close to 30% annual growth year-on-year for the last 5 years.</a:t>
            </a:r>
          </a:p>
        </p:txBody>
      </p:sp>
    </p:spTree>
    <p:extLst>
      <p:ext uri="{BB962C8B-B14F-4D97-AF65-F5344CB8AC3E}">
        <p14:creationId xmlns:p14="http://schemas.microsoft.com/office/powerpoint/2010/main" val="16768859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4197" y="609626"/>
            <a:ext cx="10645935" cy="497791"/>
          </a:xfrm>
        </p:spPr>
        <p:txBody>
          <a:bodyPr/>
          <a:lstStyle/>
          <a:p>
            <a:r>
              <a:rPr lang="en-US" sz="2900" b="0">
                <a:latin typeface="Calibri"/>
                <a:cs typeface="Calibri"/>
              </a:rPr>
              <a:t> </a:t>
            </a:r>
            <a:r>
              <a:rPr lang="en-US" sz="2900" b="0">
                <a:solidFill>
                  <a:srgbClr val="855AA6"/>
                </a:solidFill>
                <a:latin typeface="Calibri"/>
                <a:cs typeface="Calibri"/>
              </a:rPr>
              <a:t>SERVICES PROVIDED BY ASPIRE SYSTEMS</a:t>
            </a:r>
            <a:endParaRPr lang="en-US">
              <a:latin typeface="Calibri"/>
              <a:cs typeface="Calibri"/>
            </a:endParaRPr>
          </a:p>
        </p:txBody>
      </p:sp>
      <p:sp>
        <p:nvSpPr>
          <p:cNvPr id="6" name="Content Placeholder 2">
            <a:extLst>
              <a:ext uri="{FF2B5EF4-FFF2-40B4-BE49-F238E27FC236}">
                <a16:creationId xmlns:a16="http://schemas.microsoft.com/office/drawing/2014/main" id="{98FB0418-E780-EE4D-BEE1-3E357C171D43}"/>
              </a:ext>
            </a:extLst>
          </p:cNvPr>
          <p:cNvSpPr txBox="1">
            <a:spLocks/>
          </p:cNvSpPr>
          <p:nvPr/>
        </p:nvSpPr>
        <p:spPr>
          <a:xfrm>
            <a:off x="3543646" y="1683941"/>
            <a:ext cx="7429154" cy="3446525"/>
          </a:xfrm>
          <a:prstGeom prst="rect">
            <a:avLst/>
          </a:prstGeom>
        </p:spPr>
        <p:txBody>
          <a:bodyPr anchor="ctr">
            <a:normAutofit/>
          </a:bodyPr>
          <a:lstStyle>
            <a:lvl1pPr marL="340139" indent="-340139" algn="l" defTabSz="1360557" rtl="0" eaLnBrk="1" latinLnBrk="0" hangingPunct="1">
              <a:lnSpc>
                <a:spcPct val="90000"/>
              </a:lnSpc>
              <a:spcBef>
                <a:spcPts val="1488"/>
              </a:spcBef>
              <a:buFont typeface="Arial" panose="020B0604020202020204" pitchFamily="34" charset="0"/>
              <a:buChar char="•"/>
              <a:defRPr sz="4100" kern="1200">
                <a:solidFill>
                  <a:schemeClr val="tx1"/>
                </a:solidFill>
                <a:latin typeface="+mn-lt"/>
                <a:ea typeface="+mn-ea"/>
                <a:cs typeface="+mn-cs"/>
              </a:defRPr>
            </a:lvl1pPr>
            <a:lvl2pPr marL="1020418" indent="-340139" algn="l" defTabSz="1360557" rtl="0" eaLnBrk="1" latinLnBrk="0" hangingPunct="1">
              <a:lnSpc>
                <a:spcPct val="90000"/>
              </a:lnSpc>
              <a:spcBef>
                <a:spcPts val="744"/>
              </a:spcBef>
              <a:buFont typeface="Arial" panose="020B0604020202020204" pitchFamily="34" charset="0"/>
              <a:buChar char="•"/>
              <a:defRPr sz="3600" kern="1200">
                <a:solidFill>
                  <a:schemeClr val="tx1"/>
                </a:solidFill>
                <a:latin typeface="+mn-lt"/>
                <a:ea typeface="+mn-ea"/>
                <a:cs typeface="+mn-cs"/>
              </a:defRPr>
            </a:lvl2pPr>
            <a:lvl3pPr marL="1700696" indent="-340139" algn="l" defTabSz="1360557" rtl="0" eaLnBrk="1" latinLnBrk="0" hangingPunct="1">
              <a:lnSpc>
                <a:spcPct val="90000"/>
              </a:lnSpc>
              <a:spcBef>
                <a:spcPts val="744"/>
              </a:spcBef>
              <a:buFont typeface="Arial" panose="020B0604020202020204" pitchFamily="34" charset="0"/>
              <a:buChar char="•"/>
              <a:defRPr sz="3000" kern="1200">
                <a:solidFill>
                  <a:schemeClr val="tx1"/>
                </a:solidFill>
                <a:latin typeface="+mn-lt"/>
                <a:ea typeface="+mn-ea"/>
                <a:cs typeface="+mn-cs"/>
              </a:defRPr>
            </a:lvl3pPr>
            <a:lvl4pPr marL="2380974" indent="-340139" algn="l" defTabSz="1360557" rtl="0" eaLnBrk="1" latinLnBrk="0" hangingPunct="1">
              <a:lnSpc>
                <a:spcPct val="90000"/>
              </a:lnSpc>
              <a:spcBef>
                <a:spcPts val="744"/>
              </a:spcBef>
              <a:buFont typeface="Arial" panose="020B0604020202020204" pitchFamily="34" charset="0"/>
              <a:buChar char="•"/>
              <a:defRPr sz="2700" kern="1200">
                <a:solidFill>
                  <a:schemeClr val="tx1"/>
                </a:solidFill>
                <a:latin typeface="+mn-lt"/>
                <a:ea typeface="+mn-ea"/>
                <a:cs typeface="+mn-cs"/>
              </a:defRPr>
            </a:lvl4pPr>
            <a:lvl5pPr marL="3061253" indent="-340139" algn="l" defTabSz="1360557" rtl="0" eaLnBrk="1" latinLnBrk="0" hangingPunct="1">
              <a:lnSpc>
                <a:spcPct val="90000"/>
              </a:lnSpc>
              <a:spcBef>
                <a:spcPts val="744"/>
              </a:spcBef>
              <a:buFont typeface="Arial" panose="020B0604020202020204" pitchFamily="34" charset="0"/>
              <a:buChar char="•"/>
              <a:defRPr sz="2700" kern="1200">
                <a:solidFill>
                  <a:schemeClr val="tx1"/>
                </a:solidFill>
                <a:latin typeface="+mn-lt"/>
                <a:ea typeface="+mn-ea"/>
                <a:cs typeface="+mn-cs"/>
              </a:defRPr>
            </a:lvl5pPr>
            <a:lvl6pPr marL="3741531" indent="-340139" algn="l" defTabSz="1360557" rtl="0" eaLnBrk="1" latinLnBrk="0" hangingPunct="1">
              <a:lnSpc>
                <a:spcPct val="90000"/>
              </a:lnSpc>
              <a:spcBef>
                <a:spcPts val="744"/>
              </a:spcBef>
              <a:buFont typeface="Arial" panose="020B0604020202020204" pitchFamily="34" charset="0"/>
              <a:buChar char="•"/>
              <a:defRPr sz="2700" kern="1200">
                <a:solidFill>
                  <a:schemeClr val="tx1"/>
                </a:solidFill>
                <a:latin typeface="+mn-lt"/>
                <a:ea typeface="+mn-ea"/>
                <a:cs typeface="+mn-cs"/>
              </a:defRPr>
            </a:lvl6pPr>
            <a:lvl7pPr marL="4421811" indent="-340139" algn="l" defTabSz="1360557" rtl="0" eaLnBrk="1" latinLnBrk="0" hangingPunct="1">
              <a:lnSpc>
                <a:spcPct val="90000"/>
              </a:lnSpc>
              <a:spcBef>
                <a:spcPts val="744"/>
              </a:spcBef>
              <a:buFont typeface="Arial" panose="020B0604020202020204" pitchFamily="34" charset="0"/>
              <a:buChar char="•"/>
              <a:defRPr sz="2700" kern="1200">
                <a:solidFill>
                  <a:schemeClr val="tx1"/>
                </a:solidFill>
                <a:latin typeface="+mn-lt"/>
                <a:ea typeface="+mn-ea"/>
                <a:cs typeface="+mn-cs"/>
              </a:defRPr>
            </a:lvl7pPr>
            <a:lvl8pPr marL="5102089" indent="-340139" algn="l" defTabSz="1360557" rtl="0" eaLnBrk="1" latinLnBrk="0" hangingPunct="1">
              <a:lnSpc>
                <a:spcPct val="90000"/>
              </a:lnSpc>
              <a:spcBef>
                <a:spcPts val="744"/>
              </a:spcBef>
              <a:buFont typeface="Arial" panose="020B0604020202020204" pitchFamily="34" charset="0"/>
              <a:buChar char="•"/>
              <a:defRPr sz="2700" kern="1200">
                <a:solidFill>
                  <a:schemeClr val="tx1"/>
                </a:solidFill>
                <a:latin typeface="+mn-lt"/>
                <a:ea typeface="+mn-ea"/>
                <a:cs typeface="+mn-cs"/>
              </a:defRPr>
            </a:lvl8pPr>
            <a:lvl9pPr marL="5782367" indent="-340139" algn="l" defTabSz="1360557" rtl="0" eaLnBrk="1" latinLnBrk="0" hangingPunct="1">
              <a:lnSpc>
                <a:spcPct val="90000"/>
              </a:lnSpc>
              <a:spcBef>
                <a:spcPts val="744"/>
              </a:spcBef>
              <a:buFont typeface="Arial" panose="020B0604020202020204" pitchFamily="34" charset="0"/>
              <a:buChar char="•"/>
              <a:defRPr sz="2700" kern="1200">
                <a:solidFill>
                  <a:schemeClr val="tx1"/>
                </a:solidFill>
                <a:latin typeface="+mn-lt"/>
                <a:ea typeface="+mn-ea"/>
                <a:cs typeface="+mn-cs"/>
              </a:defRPr>
            </a:lvl9pPr>
          </a:lstStyle>
          <a:p>
            <a:endParaRPr lang="en-US" sz="1333"/>
          </a:p>
        </p:txBody>
      </p:sp>
      <p:sp>
        <p:nvSpPr>
          <p:cNvPr id="3" name="Rounded Rectangle 2"/>
          <p:cNvSpPr/>
          <p:nvPr/>
        </p:nvSpPr>
        <p:spPr>
          <a:xfrm>
            <a:off x="585539" y="1218722"/>
            <a:ext cx="10274967" cy="1504426"/>
          </a:xfrm>
          <a:prstGeom prst="roundRect">
            <a:avLst/>
          </a:prstGeom>
          <a:noFill/>
          <a:ln w="63500">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0960" tIns="30480" rIns="60960" bIns="30480" numCol="1" spcCol="0" rtlCol="0" fromWordArt="0" anchor="t" anchorCtr="0" forceAA="0" compatLnSpc="1">
            <a:prstTxWarp prst="textNoShape">
              <a:avLst/>
            </a:prstTxWarp>
            <a:noAutofit/>
          </a:bodyPr>
          <a:lstStyle/>
          <a:p>
            <a:endParaRPr lang="en-US" sz="2133" b="1">
              <a:solidFill>
                <a:schemeClr val="tx1"/>
              </a:solidFill>
            </a:endParaRPr>
          </a:p>
        </p:txBody>
      </p:sp>
      <p:sp>
        <p:nvSpPr>
          <p:cNvPr id="4" name="TextBox 3">
            <a:extLst>
              <a:ext uri="{FF2B5EF4-FFF2-40B4-BE49-F238E27FC236}">
                <a16:creationId xmlns:a16="http://schemas.microsoft.com/office/drawing/2014/main" id="{D6DF8E67-19B6-DAF1-5270-135418D90D65}"/>
              </a:ext>
            </a:extLst>
          </p:cNvPr>
          <p:cNvSpPr txBox="1"/>
          <p:nvPr/>
        </p:nvSpPr>
        <p:spPr>
          <a:xfrm>
            <a:off x="805543" y="1194318"/>
            <a:ext cx="10884158" cy="42473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Sans-Serif"/>
              <a:buChar char="•"/>
            </a:pPr>
            <a:r>
              <a:rPr lang="en-US" dirty="0">
                <a:ea typeface="+mn-lt"/>
                <a:cs typeface="+mn-lt"/>
              </a:rPr>
              <a:t>  Software Engineering  </a:t>
            </a:r>
          </a:p>
          <a:p>
            <a:pPr marL="285750" indent="-285750">
              <a:buFont typeface="Arial,Sans-Serif"/>
              <a:buChar char="•"/>
            </a:pPr>
            <a:r>
              <a:rPr lang="en-US" dirty="0">
                <a:ea typeface="+mn-lt"/>
                <a:cs typeface="+mn-lt"/>
              </a:rPr>
              <a:t>  Product Engineering</a:t>
            </a:r>
          </a:p>
          <a:p>
            <a:pPr marL="285750" indent="-285750">
              <a:buFont typeface="Arial,Sans-Serif"/>
              <a:buChar char="•"/>
            </a:pPr>
            <a:r>
              <a:rPr lang="en-US" dirty="0">
                <a:ea typeface="+mn-lt"/>
                <a:cs typeface="+mn-lt"/>
              </a:rPr>
              <a:t>  Enterprise Transformation</a:t>
            </a:r>
          </a:p>
          <a:p>
            <a:pPr marL="285750" indent="-285750">
              <a:buFont typeface="Arial,Sans-Serif"/>
              <a:buChar char="•"/>
            </a:pPr>
            <a:r>
              <a:rPr lang="en-US" dirty="0">
                <a:ea typeface="+mn-lt"/>
                <a:cs typeface="+mn-lt"/>
              </a:rPr>
              <a:t>  Cloud Transformation</a:t>
            </a:r>
          </a:p>
          <a:p>
            <a:pPr marL="285750" indent="-285750">
              <a:buFont typeface="Arial,Sans-Serif"/>
              <a:buChar char="•"/>
            </a:pPr>
            <a:r>
              <a:rPr lang="en-US" dirty="0">
                <a:ea typeface="+mn-lt"/>
                <a:cs typeface="+mn-lt"/>
              </a:rPr>
              <a:t>  Mobility</a:t>
            </a:r>
          </a:p>
          <a:p>
            <a:pPr marL="285750" indent="-285750">
              <a:buFont typeface="Arial,Sans-Serif"/>
              <a:buChar char="•"/>
            </a:pPr>
            <a:r>
              <a:rPr lang="en-US" dirty="0">
                <a:ea typeface="+mn-lt"/>
                <a:cs typeface="+mn-lt"/>
              </a:rPr>
              <a:t>  Share-point</a:t>
            </a:r>
          </a:p>
          <a:p>
            <a:pPr marL="285750" indent="-285750">
              <a:buFont typeface="Arial,Sans-Serif"/>
              <a:buChar char="•"/>
            </a:pPr>
            <a:r>
              <a:rPr lang="en-US" dirty="0">
                <a:ea typeface="+mn-lt"/>
                <a:cs typeface="+mn-lt"/>
              </a:rPr>
              <a:t>  Nearshore Software Development</a:t>
            </a:r>
          </a:p>
          <a:p>
            <a:pPr marL="285750" indent="-285750">
              <a:buFont typeface="Arial,Sans-Serif"/>
              <a:buChar char="•"/>
            </a:pPr>
            <a:r>
              <a:rPr lang="en-US" dirty="0">
                <a:ea typeface="+mn-lt"/>
                <a:cs typeface="+mn-lt"/>
              </a:rPr>
              <a:t>  Managed Testing Services</a:t>
            </a:r>
          </a:p>
          <a:p>
            <a:pPr marL="285750" indent="-285750">
              <a:buFont typeface="Arial,Sans-Serif"/>
              <a:buChar char="•"/>
            </a:pPr>
            <a:r>
              <a:rPr lang="en-US" dirty="0">
                <a:ea typeface="+mn-lt"/>
                <a:cs typeface="+mn-lt"/>
              </a:rPr>
              <a:t>  Independent Software Testing</a:t>
            </a:r>
          </a:p>
          <a:p>
            <a:pPr marL="285750" indent="-285750">
              <a:buFont typeface="Arial,Sans-Serif"/>
              <a:buChar char="•"/>
            </a:pPr>
            <a:r>
              <a:rPr lang="en-US" dirty="0">
                <a:ea typeface="+mn-lt"/>
                <a:cs typeface="+mn-lt"/>
              </a:rPr>
              <a:t>  Test Automation</a:t>
            </a:r>
          </a:p>
          <a:p>
            <a:pPr marL="285750" indent="-285750">
              <a:buFont typeface="Arial,Sans-Serif"/>
              <a:buChar char="•"/>
            </a:pPr>
            <a:r>
              <a:rPr lang="en-US" dirty="0">
                <a:ea typeface="+mn-lt"/>
                <a:cs typeface="+mn-lt"/>
              </a:rPr>
              <a:t>  Performance Testing</a:t>
            </a:r>
          </a:p>
          <a:p>
            <a:pPr marL="285750" indent="-285750">
              <a:buFont typeface="Arial,Sans-Serif"/>
              <a:buChar char="•"/>
            </a:pPr>
            <a:r>
              <a:rPr lang="en-US" dirty="0">
                <a:ea typeface="+mn-lt"/>
                <a:cs typeface="+mn-lt"/>
              </a:rPr>
              <a:t>  Enterprise Integration</a:t>
            </a:r>
          </a:p>
          <a:p>
            <a:pPr marL="285750" indent="-285750">
              <a:buFont typeface="Arial,Sans-Serif"/>
              <a:buChar char="•"/>
            </a:pPr>
            <a:r>
              <a:rPr lang="en-US" dirty="0">
                <a:ea typeface="+mn-lt"/>
                <a:cs typeface="+mn-lt"/>
              </a:rPr>
              <a:t>  Data &amp; Analytics</a:t>
            </a:r>
          </a:p>
          <a:p>
            <a:pPr marL="285750" indent="-285750">
              <a:buFont typeface="Arial,Sans-Serif"/>
              <a:buChar char="•"/>
            </a:pPr>
            <a:r>
              <a:rPr lang="en-US" dirty="0">
                <a:ea typeface="+mn-lt"/>
                <a:cs typeface="+mn-lt"/>
              </a:rPr>
              <a:t>  DevOps</a:t>
            </a:r>
          </a:p>
          <a:p>
            <a:pPr marL="285750" indent="-285750">
              <a:buFont typeface="Arial,Sans-Serif"/>
              <a:buChar char="•"/>
            </a:pPr>
            <a:r>
              <a:rPr lang="en-US" dirty="0">
                <a:ea typeface="+mn-lt"/>
                <a:cs typeface="+mn-lt"/>
              </a:rPr>
              <a:t>  Oracle Application Service</a:t>
            </a:r>
            <a:endParaRPr lang="en-US" dirty="0"/>
          </a:p>
        </p:txBody>
      </p:sp>
    </p:spTree>
    <p:extLst>
      <p:ext uri="{BB962C8B-B14F-4D97-AF65-F5344CB8AC3E}">
        <p14:creationId xmlns:p14="http://schemas.microsoft.com/office/powerpoint/2010/main" val="29186436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4197" y="609626"/>
            <a:ext cx="10645935" cy="497791"/>
          </a:xfrm>
        </p:spPr>
        <p:txBody>
          <a:bodyPr/>
          <a:lstStyle/>
          <a:p>
            <a:r>
              <a:rPr lang="en-US" sz="2900" b="0">
                <a:latin typeface="Calibri"/>
                <a:cs typeface="Calibri"/>
              </a:rPr>
              <a:t> </a:t>
            </a:r>
            <a:r>
              <a:rPr lang="en-US" sz="2900" b="0">
                <a:solidFill>
                  <a:srgbClr val="855AA6"/>
                </a:solidFill>
                <a:latin typeface="Calibri"/>
                <a:cs typeface="Calibri"/>
              </a:rPr>
              <a:t>SOLUTIONS PROVIDED BY ASPIRE SYSTEMS</a:t>
            </a:r>
            <a:endParaRPr lang="en-US">
              <a:latin typeface="Calibri"/>
              <a:cs typeface="Calibri"/>
            </a:endParaRPr>
          </a:p>
        </p:txBody>
      </p:sp>
      <p:sp>
        <p:nvSpPr>
          <p:cNvPr id="6" name="Content Placeholder 2">
            <a:extLst>
              <a:ext uri="{FF2B5EF4-FFF2-40B4-BE49-F238E27FC236}">
                <a16:creationId xmlns:a16="http://schemas.microsoft.com/office/drawing/2014/main" id="{98FB0418-E780-EE4D-BEE1-3E357C171D43}"/>
              </a:ext>
            </a:extLst>
          </p:cNvPr>
          <p:cNvSpPr txBox="1">
            <a:spLocks/>
          </p:cNvSpPr>
          <p:nvPr/>
        </p:nvSpPr>
        <p:spPr>
          <a:xfrm>
            <a:off x="3543646" y="1683941"/>
            <a:ext cx="7429154" cy="3446525"/>
          </a:xfrm>
          <a:prstGeom prst="rect">
            <a:avLst/>
          </a:prstGeom>
        </p:spPr>
        <p:txBody>
          <a:bodyPr anchor="ctr">
            <a:normAutofit/>
          </a:bodyPr>
          <a:lstStyle>
            <a:lvl1pPr marL="340139" indent="-340139" algn="l" defTabSz="1360557" rtl="0" eaLnBrk="1" latinLnBrk="0" hangingPunct="1">
              <a:lnSpc>
                <a:spcPct val="90000"/>
              </a:lnSpc>
              <a:spcBef>
                <a:spcPts val="1488"/>
              </a:spcBef>
              <a:buFont typeface="Arial" panose="020B0604020202020204" pitchFamily="34" charset="0"/>
              <a:buChar char="•"/>
              <a:defRPr sz="4100" kern="1200">
                <a:solidFill>
                  <a:schemeClr val="tx1"/>
                </a:solidFill>
                <a:latin typeface="+mn-lt"/>
                <a:ea typeface="+mn-ea"/>
                <a:cs typeface="+mn-cs"/>
              </a:defRPr>
            </a:lvl1pPr>
            <a:lvl2pPr marL="1020418" indent="-340139" algn="l" defTabSz="1360557" rtl="0" eaLnBrk="1" latinLnBrk="0" hangingPunct="1">
              <a:lnSpc>
                <a:spcPct val="90000"/>
              </a:lnSpc>
              <a:spcBef>
                <a:spcPts val="744"/>
              </a:spcBef>
              <a:buFont typeface="Arial" panose="020B0604020202020204" pitchFamily="34" charset="0"/>
              <a:buChar char="•"/>
              <a:defRPr sz="3600" kern="1200">
                <a:solidFill>
                  <a:schemeClr val="tx1"/>
                </a:solidFill>
                <a:latin typeface="+mn-lt"/>
                <a:ea typeface="+mn-ea"/>
                <a:cs typeface="+mn-cs"/>
              </a:defRPr>
            </a:lvl2pPr>
            <a:lvl3pPr marL="1700696" indent="-340139" algn="l" defTabSz="1360557" rtl="0" eaLnBrk="1" latinLnBrk="0" hangingPunct="1">
              <a:lnSpc>
                <a:spcPct val="90000"/>
              </a:lnSpc>
              <a:spcBef>
                <a:spcPts val="744"/>
              </a:spcBef>
              <a:buFont typeface="Arial" panose="020B0604020202020204" pitchFamily="34" charset="0"/>
              <a:buChar char="•"/>
              <a:defRPr sz="3000" kern="1200">
                <a:solidFill>
                  <a:schemeClr val="tx1"/>
                </a:solidFill>
                <a:latin typeface="+mn-lt"/>
                <a:ea typeface="+mn-ea"/>
                <a:cs typeface="+mn-cs"/>
              </a:defRPr>
            </a:lvl3pPr>
            <a:lvl4pPr marL="2380974" indent="-340139" algn="l" defTabSz="1360557" rtl="0" eaLnBrk="1" latinLnBrk="0" hangingPunct="1">
              <a:lnSpc>
                <a:spcPct val="90000"/>
              </a:lnSpc>
              <a:spcBef>
                <a:spcPts val="744"/>
              </a:spcBef>
              <a:buFont typeface="Arial" panose="020B0604020202020204" pitchFamily="34" charset="0"/>
              <a:buChar char="•"/>
              <a:defRPr sz="2700" kern="1200">
                <a:solidFill>
                  <a:schemeClr val="tx1"/>
                </a:solidFill>
                <a:latin typeface="+mn-lt"/>
                <a:ea typeface="+mn-ea"/>
                <a:cs typeface="+mn-cs"/>
              </a:defRPr>
            </a:lvl4pPr>
            <a:lvl5pPr marL="3061253" indent="-340139" algn="l" defTabSz="1360557" rtl="0" eaLnBrk="1" latinLnBrk="0" hangingPunct="1">
              <a:lnSpc>
                <a:spcPct val="90000"/>
              </a:lnSpc>
              <a:spcBef>
                <a:spcPts val="744"/>
              </a:spcBef>
              <a:buFont typeface="Arial" panose="020B0604020202020204" pitchFamily="34" charset="0"/>
              <a:buChar char="•"/>
              <a:defRPr sz="2700" kern="1200">
                <a:solidFill>
                  <a:schemeClr val="tx1"/>
                </a:solidFill>
                <a:latin typeface="+mn-lt"/>
                <a:ea typeface="+mn-ea"/>
                <a:cs typeface="+mn-cs"/>
              </a:defRPr>
            </a:lvl5pPr>
            <a:lvl6pPr marL="3741531" indent="-340139" algn="l" defTabSz="1360557" rtl="0" eaLnBrk="1" latinLnBrk="0" hangingPunct="1">
              <a:lnSpc>
                <a:spcPct val="90000"/>
              </a:lnSpc>
              <a:spcBef>
                <a:spcPts val="744"/>
              </a:spcBef>
              <a:buFont typeface="Arial" panose="020B0604020202020204" pitchFamily="34" charset="0"/>
              <a:buChar char="•"/>
              <a:defRPr sz="2700" kern="1200">
                <a:solidFill>
                  <a:schemeClr val="tx1"/>
                </a:solidFill>
                <a:latin typeface="+mn-lt"/>
                <a:ea typeface="+mn-ea"/>
                <a:cs typeface="+mn-cs"/>
              </a:defRPr>
            </a:lvl6pPr>
            <a:lvl7pPr marL="4421811" indent="-340139" algn="l" defTabSz="1360557" rtl="0" eaLnBrk="1" latinLnBrk="0" hangingPunct="1">
              <a:lnSpc>
                <a:spcPct val="90000"/>
              </a:lnSpc>
              <a:spcBef>
                <a:spcPts val="744"/>
              </a:spcBef>
              <a:buFont typeface="Arial" panose="020B0604020202020204" pitchFamily="34" charset="0"/>
              <a:buChar char="•"/>
              <a:defRPr sz="2700" kern="1200">
                <a:solidFill>
                  <a:schemeClr val="tx1"/>
                </a:solidFill>
                <a:latin typeface="+mn-lt"/>
                <a:ea typeface="+mn-ea"/>
                <a:cs typeface="+mn-cs"/>
              </a:defRPr>
            </a:lvl7pPr>
            <a:lvl8pPr marL="5102089" indent="-340139" algn="l" defTabSz="1360557" rtl="0" eaLnBrk="1" latinLnBrk="0" hangingPunct="1">
              <a:lnSpc>
                <a:spcPct val="90000"/>
              </a:lnSpc>
              <a:spcBef>
                <a:spcPts val="744"/>
              </a:spcBef>
              <a:buFont typeface="Arial" panose="020B0604020202020204" pitchFamily="34" charset="0"/>
              <a:buChar char="•"/>
              <a:defRPr sz="2700" kern="1200">
                <a:solidFill>
                  <a:schemeClr val="tx1"/>
                </a:solidFill>
                <a:latin typeface="+mn-lt"/>
                <a:ea typeface="+mn-ea"/>
                <a:cs typeface="+mn-cs"/>
              </a:defRPr>
            </a:lvl8pPr>
            <a:lvl9pPr marL="5782367" indent="-340139" algn="l" defTabSz="1360557" rtl="0" eaLnBrk="1" latinLnBrk="0" hangingPunct="1">
              <a:lnSpc>
                <a:spcPct val="90000"/>
              </a:lnSpc>
              <a:spcBef>
                <a:spcPts val="744"/>
              </a:spcBef>
              <a:buFont typeface="Arial" panose="020B0604020202020204" pitchFamily="34" charset="0"/>
              <a:buChar char="•"/>
              <a:defRPr sz="2700" kern="1200">
                <a:solidFill>
                  <a:schemeClr val="tx1"/>
                </a:solidFill>
                <a:latin typeface="+mn-lt"/>
                <a:ea typeface="+mn-ea"/>
                <a:cs typeface="+mn-cs"/>
              </a:defRPr>
            </a:lvl9pPr>
          </a:lstStyle>
          <a:p>
            <a:endParaRPr lang="en-US" sz="1333"/>
          </a:p>
        </p:txBody>
      </p:sp>
      <p:sp>
        <p:nvSpPr>
          <p:cNvPr id="4" name="TextBox 3">
            <a:extLst>
              <a:ext uri="{FF2B5EF4-FFF2-40B4-BE49-F238E27FC236}">
                <a16:creationId xmlns:a16="http://schemas.microsoft.com/office/drawing/2014/main" id="{7247F9A0-E87C-FF28-CD0C-8D11D8EB8142}"/>
              </a:ext>
            </a:extLst>
          </p:cNvPr>
          <p:cNvSpPr txBox="1"/>
          <p:nvPr/>
        </p:nvSpPr>
        <p:spPr>
          <a:xfrm>
            <a:off x="712237" y="1186543"/>
            <a:ext cx="10674219" cy="39703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Sans-Serif"/>
              <a:buChar char="•"/>
            </a:pPr>
            <a:r>
              <a:rPr lang="en-US">
                <a:ea typeface="+mn-lt"/>
                <a:cs typeface="+mn-lt"/>
              </a:rPr>
              <a:t>AURAS (</a:t>
            </a:r>
            <a:r>
              <a:rPr lang="en-US" b="1">
                <a:solidFill>
                  <a:srgbClr val="202124"/>
                </a:solidFill>
                <a:latin typeface="Arial"/>
                <a:cs typeface="Arial"/>
              </a:rPr>
              <a:t>Accounting Unit Reporting Application)</a:t>
            </a:r>
            <a:endParaRPr lang="en-US">
              <a:ea typeface="+mn-lt"/>
              <a:cs typeface="+mn-lt"/>
            </a:endParaRPr>
          </a:p>
          <a:p>
            <a:pPr marL="285750" indent="-285750">
              <a:buFont typeface="Arial,Sans-Serif"/>
              <a:buChar char="•"/>
            </a:pPr>
            <a:r>
              <a:rPr lang="en-US" err="1">
                <a:ea typeface="+mn-lt"/>
                <a:cs typeface="+mn-lt"/>
              </a:rPr>
              <a:t>Phygital</a:t>
            </a:r>
            <a:r>
              <a:rPr lang="en-US">
                <a:ea typeface="+mn-lt"/>
                <a:cs typeface="+mn-lt"/>
              </a:rPr>
              <a:t> Retail</a:t>
            </a:r>
          </a:p>
          <a:p>
            <a:pPr marL="285750" indent="-285750">
              <a:buFont typeface="Arial,Sans-Serif"/>
              <a:buChar char="•"/>
            </a:pPr>
            <a:r>
              <a:rPr lang="en-US">
                <a:ea typeface="+mn-lt"/>
                <a:cs typeface="+mn-lt"/>
              </a:rPr>
              <a:t>Tech Cello (It </a:t>
            </a:r>
            <a:r>
              <a:rPr lang="en-US">
                <a:solidFill>
                  <a:srgbClr val="4D5156"/>
                </a:solidFill>
                <a:latin typeface="Arial"/>
                <a:cs typeface="Arial"/>
              </a:rPr>
              <a:t> is a modernization suite for building microservices applications )</a:t>
            </a:r>
            <a:endParaRPr lang="en-US">
              <a:ea typeface="+mn-lt"/>
              <a:cs typeface="+mn-lt"/>
            </a:endParaRPr>
          </a:p>
          <a:p>
            <a:pPr marL="285750" indent="-285750">
              <a:buFont typeface="Arial,Sans-Serif"/>
              <a:buChar char="•"/>
            </a:pPr>
            <a:r>
              <a:rPr lang="en-US">
                <a:ea typeface="+mn-lt"/>
                <a:cs typeface="+mn-lt"/>
              </a:rPr>
              <a:t>I-Estate</a:t>
            </a:r>
          </a:p>
          <a:p>
            <a:pPr marL="285750" indent="-285750">
              <a:buFont typeface="Arial,Sans-Serif"/>
              <a:buChar char="•"/>
            </a:pPr>
            <a:endParaRPr lang="en-US">
              <a:ea typeface="+mn-lt"/>
              <a:cs typeface="+mn-lt"/>
            </a:endParaRPr>
          </a:p>
          <a:p>
            <a:r>
              <a:rPr lang="en-US">
                <a:ea typeface="+mn-lt"/>
                <a:cs typeface="+mn-lt"/>
              </a:rPr>
              <a:t> </a:t>
            </a:r>
            <a:r>
              <a:rPr lang="en-US" b="1" u="sng" err="1">
                <a:ea typeface="+mn-lt"/>
                <a:cs typeface="+mn-lt"/>
              </a:rPr>
              <a:t>Phygital</a:t>
            </a:r>
            <a:r>
              <a:rPr lang="en-US" b="1" u="sng">
                <a:ea typeface="+mn-lt"/>
                <a:cs typeface="+mn-lt"/>
              </a:rPr>
              <a:t> Retail:</a:t>
            </a:r>
            <a:endParaRPr lang="en-US">
              <a:ea typeface="+mn-lt"/>
              <a:cs typeface="+mn-lt"/>
            </a:endParaRPr>
          </a:p>
          <a:p>
            <a:r>
              <a:rPr lang="en-US">
                <a:ea typeface="+mn-lt"/>
                <a:cs typeface="+mn-lt"/>
              </a:rPr>
              <a:t>                           A blend of physical and digital retail</a:t>
            </a:r>
          </a:p>
          <a:p>
            <a:r>
              <a:rPr lang="en-US">
                <a:ea typeface="+mn-lt"/>
                <a:cs typeface="+mn-lt"/>
              </a:rPr>
              <a:t>                           It is taking the best elements of E-commerce and combining them with the unique aspects of browsing or shopping in a real world brick and mortar store</a:t>
            </a:r>
          </a:p>
          <a:p>
            <a:endParaRPr lang="en-US">
              <a:ea typeface="+mn-lt"/>
              <a:cs typeface="+mn-lt"/>
            </a:endParaRPr>
          </a:p>
          <a:p>
            <a:r>
              <a:rPr lang="en-US" b="1" u="sng">
                <a:ea typeface="+mn-lt"/>
                <a:cs typeface="+mn-lt"/>
              </a:rPr>
              <a:t>I-Estate : </a:t>
            </a:r>
            <a:endParaRPr lang="en-US">
              <a:ea typeface="+mn-lt"/>
              <a:cs typeface="+mn-lt"/>
            </a:endParaRPr>
          </a:p>
          <a:p>
            <a:r>
              <a:rPr lang="en-US">
                <a:ea typeface="+mn-lt"/>
                <a:cs typeface="+mn-lt"/>
              </a:rPr>
              <a:t>               It is a SaaS (Software as a Service ),Cloud-based real estate property management built by “</a:t>
            </a:r>
            <a:r>
              <a:rPr lang="en-US" b="1">
                <a:ea typeface="+mn-lt"/>
                <a:cs typeface="+mn-lt"/>
              </a:rPr>
              <a:t>Aspire Systems</a:t>
            </a:r>
            <a:r>
              <a:rPr lang="en-US">
                <a:ea typeface="+mn-lt"/>
                <a:cs typeface="+mn-lt"/>
              </a:rPr>
              <a:t>” aimed to streamline business process which covers functionalities like property sales management , learning management &amp; </a:t>
            </a:r>
            <a:r>
              <a:rPr lang="en-US" err="1">
                <a:ea typeface="+mn-lt"/>
                <a:cs typeface="+mn-lt"/>
              </a:rPr>
              <a:t>sub contractor</a:t>
            </a:r>
            <a:r>
              <a:rPr lang="en-US">
                <a:ea typeface="+mn-lt"/>
                <a:cs typeface="+mn-lt"/>
              </a:rPr>
              <a:t> management .</a:t>
            </a:r>
            <a:endParaRPr lang="en-US"/>
          </a:p>
        </p:txBody>
      </p:sp>
    </p:spTree>
    <p:extLst>
      <p:ext uri="{BB962C8B-B14F-4D97-AF65-F5344CB8AC3E}">
        <p14:creationId xmlns:p14="http://schemas.microsoft.com/office/powerpoint/2010/main" val="19172514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CEC7BD-6F2F-5143-A996-D01CBF63184B}"/>
              </a:ext>
            </a:extLst>
          </p:cNvPr>
          <p:cNvSpPr>
            <a:spLocks noGrp="1"/>
          </p:cNvSpPr>
          <p:nvPr>
            <p:ph type="title"/>
          </p:nvPr>
        </p:nvSpPr>
        <p:spPr>
          <a:xfrm>
            <a:off x="773032" y="425297"/>
            <a:ext cx="10645935" cy="950286"/>
          </a:xfrm>
        </p:spPr>
        <p:txBody>
          <a:bodyPr/>
          <a:lstStyle/>
          <a:p>
            <a:br>
              <a:rPr lang="en-US" sz="3200"/>
            </a:br>
            <a:endParaRPr lang="en-US"/>
          </a:p>
        </p:txBody>
      </p:sp>
      <p:sp>
        <p:nvSpPr>
          <p:cNvPr id="3" name="TextBox 2">
            <a:extLst>
              <a:ext uri="{FF2B5EF4-FFF2-40B4-BE49-F238E27FC236}">
                <a16:creationId xmlns:a16="http://schemas.microsoft.com/office/drawing/2014/main" id="{AD863851-C2BD-AB82-CB71-F9E99FB994FB}"/>
              </a:ext>
            </a:extLst>
          </p:cNvPr>
          <p:cNvSpPr txBox="1"/>
          <p:nvPr/>
        </p:nvSpPr>
        <p:spPr>
          <a:xfrm>
            <a:off x="517849" y="618931"/>
            <a:ext cx="597003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855AA6"/>
                </a:solidFill>
                <a:ea typeface="+mn-lt"/>
                <a:cs typeface="+mn-lt"/>
              </a:rPr>
              <a:t>RATINGS AND CERTIFICATION FOR ASPIRE SYSTEMS</a:t>
            </a:r>
            <a:endParaRPr lang="en-US"/>
          </a:p>
        </p:txBody>
      </p:sp>
      <p:sp>
        <p:nvSpPr>
          <p:cNvPr id="4" name="TextBox 3">
            <a:extLst>
              <a:ext uri="{FF2B5EF4-FFF2-40B4-BE49-F238E27FC236}">
                <a16:creationId xmlns:a16="http://schemas.microsoft.com/office/drawing/2014/main" id="{7EB34C2F-273F-2A05-3D12-8924E711B65B}"/>
              </a:ext>
            </a:extLst>
          </p:cNvPr>
          <p:cNvSpPr txBox="1"/>
          <p:nvPr/>
        </p:nvSpPr>
        <p:spPr>
          <a:xfrm>
            <a:off x="520765" y="1267214"/>
            <a:ext cx="11039668" cy="42473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Sans-Serif"/>
              <a:buChar char="•"/>
            </a:pPr>
            <a:r>
              <a:rPr lang="en-US" dirty="0">
                <a:ea typeface="+mn-lt"/>
                <a:cs typeface="+mn-lt"/>
              </a:rPr>
              <a:t> Aspire Systems has rated as CMMI ML3 </a:t>
            </a:r>
          </a:p>
          <a:p>
            <a:r>
              <a:rPr lang="en-US" dirty="0">
                <a:ea typeface="+mn-lt"/>
                <a:cs typeface="+mn-lt"/>
              </a:rPr>
              <a:t>    CMMI(</a:t>
            </a:r>
            <a:r>
              <a:rPr lang="en-US" b="1" dirty="0">
                <a:ea typeface="+mn-lt"/>
                <a:cs typeface="+mn-lt"/>
              </a:rPr>
              <a:t>Capability Maturity Model</a:t>
            </a:r>
            <a:r>
              <a:rPr lang="en-US" dirty="0">
                <a:ea typeface="+mn-lt"/>
                <a:cs typeface="+mn-lt"/>
              </a:rPr>
              <a:t>) : This is the process and behavioral model that helps organizations streamline process improvement.</a:t>
            </a:r>
          </a:p>
          <a:p>
            <a:endParaRPr lang="en-US">
              <a:ea typeface="+mn-lt"/>
              <a:cs typeface="+mn-lt"/>
            </a:endParaRPr>
          </a:p>
          <a:p>
            <a:pPr marL="285750" indent="-285750">
              <a:buFont typeface="Arial,Sans-Serif"/>
              <a:buChar char="•"/>
            </a:pPr>
            <a:r>
              <a:rPr lang="en-US" dirty="0">
                <a:ea typeface="+mn-lt"/>
                <a:cs typeface="+mn-lt"/>
              </a:rPr>
              <a:t>     ML3 </a:t>
            </a:r>
            <a:r>
              <a:rPr lang="en-US" dirty="0"/>
              <a:t>: (</a:t>
            </a:r>
            <a:r>
              <a:rPr lang="en-US" b="1" dirty="0"/>
              <a:t>Maturity Model Level 3 </a:t>
            </a:r>
            <a:r>
              <a:rPr lang="en-US" dirty="0"/>
              <a:t>)  It indicates an organization is performing at a defined  level .</a:t>
            </a:r>
            <a:endParaRPr lang="en-US" dirty="0">
              <a:ea typeface="+mn-lt"/>
              <a:cs typeface="+mn-lt"/>
            </a:endParaRPr>
          </a:p>
          <a:p>
            <a:r>
              <a:rPr lang="en-US" b="1" dirty="0"/>
              <a:t> M</a:t>
            </a:r>
            <a:r>
              <a:rPr lang="en-US" dirty="0"/>
              <a:t>aturity level process are well characterized and understood are described in standards procedures , tools &amp; methods.</a:t>
            </a:r>
            <a:endParaRPr lang="en-US" dirty="0">
              <a:ea typeface="+mn-lt"/>
              <a:cs typeface="+mn-lt"/>
            </a:endParaRPr>
          </a:p>
          <a:p>
            <a:endParaRPr lang="en-US">
              <a:ea typeface="+mn-lt"/>
              <a:cs typeface="+mn-lt"/>
            </a:endParaRPr>
          </a:p>
          <a:p>
            <a:pPr marL="285750" indent="-285750">
              <a:buFont typeface="Arial,Sans-Serif"/>
              <a:buChar char="•"/>
            </a:pPr>
            <a:r>
              <a:rPr lang="en-US" dirty="0">
                <a:solidFill>
                  <a:srgbClr val="1C1C1C"/>
                </a:solidFill>
                <a:ea typeface="+mn-lt"/>
                <a:cs typeface="+mn-lt"/>
              </a:rPr>
              <a:t>Aspire is now certified for SOC 2 Type 2 compliance. Service Organization Control (SOC) </a:t>
            </a:r>
            <a:endParaRPr lang="en-US" dirty="0">
              <a:ea typeface="+mn-lt"/>
              <a:cs typeface="+mn-lt"/>
            </a:endParaRPr>
          </a:p>
          <a:p>
            <a:pPr marL="285750" indent="-285750">
              <a:buFont typeface="Arial,Sans-Serif"/>
              <a:buChar char="•"/>
            </a:pPr>
            <a:endParaRPr lang="en-US">
              <a:ea typeface="+mn-lt"/>
              <a:cs typeface="+mn-lt"/>
            </a:endParaRPr>
          </a:p>
          <a:p>
            <a:pPr marL="285750" indent="-285750">
              <a:buFont typeface="Arial,Sans-Serif"/>
              <a:buChar char="•"/>
            </a:pPr>
            <a:r>
              <a:rPr lang="en-US" dirty="0">
                <a:solidFill>
                  <a:srgbClr val="1C1C1C"/>
                </a:solidFill>
                <a:ea typeface="+mn-lt"/>
                <a:cs typeface="+mn-lt"/>
              </a:rPr>
              <a:t>Aspire is certified for ISO 27001:2013 for Information Security Management System which provides requirements for establishing, implementing.</a:t>
            </a:r>
          </a:p>
          <a:p>
            <a:pPr marL="285750" indent="-285750">
              <a:buFont typeface="Arial,Sans-Serif"/>
              <a:buChar char="•"/>
            </a:pPr>
            <a:endParaRPr lang="en-US" dirty="0">
              <a:solidFill>
                <a:srgbClr val="1C1C1C"/>
              </a:solidFill>
              <a:ea typeface="+mn-lt"/>
              <a:cs typeface="+mn-lt"/>
            </a:endParaRPr>
          </a:p>
          <a:p>
            <a:pPr marL="285750" indent="-285750">
              <a:buFont typeface="Arial,Sans-Serif"/>
              <a:buChar char="•"/>
            </a:pPr>
            <a:r>
              <a:rPr lang="en-US" dirty="0">
                <a:ea typeface="+mn-lt"/>
                <a:cs typeface="+mn-lt"/>
              </a:rPr>
              <a:t>Aspire is certified for ISO 9001:2015 which brings quality management and continual improvement into the heart of our organization. </a:t>
            </a:r>
            <a:endParaRPr lang="en-US" dirty="0">
              <a:solidFill>
                <a:srgbClr val="1C1C1C"/>
              </a:solidFill>
              <a:cs typeface="Calibri"/>
            </a:endParaRPr>
          </a:p>
        </p:txBody>
      </p:sp>
    </p:spTree>
    <p:extLst>
      <p:ext uri="{BB962C8B-B14F-4D97-AF65-F5344CB8AC3E}">
        <p14:creationId xmlns:p14="http://schemas.microsoft.com/office/powerpoint/2010/main" val="31559305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791013-1EDF-FE01-D143-17BC55D87AF8}"/>
              </a:ext>
            </a:extLst>
          </p:cNvPr>
          <p:cNvSpPr>
            <a:spLocks noGrp="1"/>
          </p:cNvSpPr>
          <p:nvPr>
            <p:ph type="title"/>
          </p:nvPr>
        </p:nvSpPr>
        <p:spPr/>
        <p:txBody>
          <a:bodyPr/>
          <a:lstStyle/>
          <a:p>
            <a:r>
              <a:rPr lang="en-US" dirty="0"/>
              <a:t>Policies of Aspire Systems</a:t>
            </a:r>
          </a:p>
        </p:txBody>
      </p:sp>
      <p:sp>
        <p:nvSpPr>
          <p:cNvPr id="3" name="TextBox 2">
            <a:extLst>
              <a:ext uri="{FF2B5EF4-FFF2-40B4-BE49-F238E27FC236}">
                <a16:creationId xmlns:a16="http://schemas.microsoft.com/office/drawing/2014/main" id="{BB4BB9A8-7553-9B2B-6435-65508FC7FC10}"/>
              </a:ext>
            </a:extLst>
          </p:cNvPr>
          <p:cNvSpPr txBox="1"/>
          <p:nvPr/>
        </p:nvSpPr>
        <p:spPr>
          <a:xfrm>
            <a:off x="650032" y="1412033"/>
            <a:ext cx="10954137" cy="39703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Arial"/>
              <a:buChar char="•"/>
            </a:pPr>
            <a:r>
              <a:rPr lang="en-US" b="1" dirty="0"/>
              <a:t>CSR POLICY</a:t>
            </a:r>
            <a:r>
              <a:rPr lang="en-US" dirty="0"/>
              <a:t> - </a:t>
            </a:r>
            <a:r>
              <a:rPr lang="en-US" dirty="0">
                <a:ea typeface="+mn-lt"/>
                <a:cs typeface="+mn-lt"/>
              </a:rPr>
              <a:t>Aspire Systems is a global technology services firm serving as a trusted technology partner for our customers.</a:t>
            </a:r>
            <a:endParaRPr lang="en-US" dirty="0">
              <a:cs typeface="Calibri"/>
            </a:endParaRPr>
          </a:p>
          <a:p>
            <a:pPr marL="342900" indent="-342900">
              <a:buFont typeface="Arial"/>
              <a:buChar char="•"/>
            </a:pPr>
            <a:endParaRPr lang="en-US" dirty="0">
              <a:cs typeface="Calibri"/>
            </a:endParaRPr>
          </a:p>
          <a:p>
            <a:pPr marL="342900" indent="-342900">
              <a:buFont typeface="Arial"/>
              <a:buChar char="•"/>
            </a:pPr>
            <a:r>
              <a:rPr lang="en-US" b="1" dirty="0">
                <a:cs typeface="Calibri"/>
              </a:rPr>
              <a:t>IS POLICY</a:t>
            </a:r>
            <a:r>
              <a:rPr lang="en-US" dirty="0">
                <a:cs typeface="Calibri"/>
              </a:rPr>
              <a:t> - </a:t>
            </a:r>
            <a:r>
              <a:rPr lang="en-US" dirty="0">
                <a:ea typeface="+mn-lt"/>
                <a:cs typeface="+mn-lt"/>
              </a:rPr>
              <a:t>Aspire Systems is a global technology services firm serving as a trusted technology partner for its customers.</a:t>
            </a:r>
            <a:endParaRPr lang="en-US" dirty="0">
              <a:cs typeface="Calibri"/>
            </a:endParaRPr>
          </a:p>
          <a:p>
            <a:pPr marL="342900" indent="-342900">
              <a:buFont typeface="Arial"/>
              <a:buChar char="•"/>
            </a:pPr>
            <a:endParaRPr lang="en-US" dirty="0">
              <a:cs typeface="Calibri"/>
            </a:endParaRPr>
          </a:p>
          <a:p>
            <a:pPr marL="342900" indent="-342900">
              <a:buFont typeface="Arial"/>
              <a:buChar char="•"/>
            </a:pPr>
            <a:r>
              <a:rPr lang="en-US" b="1" dirty="0">
                <a:cs typeface="Calibri"/>
              </a:rPr>
              <a:t>PMS POLICY</a:t>
            </a:r>
            <a:r>
              <a:rPr lang="en-US" dirty="0">
                <a:cs typeface="Calibri"/>
              </a:rPr>
              <a:t>-</a:t>
            </a:r>
            <a:r>
              <a:rPr lang="en-US" dirty="0">
                <a:ea typeface="+mn-lt"/>
                <a:cs typeface="+mn-lt"/>
              </a:rPr>
              <a:t>Aspire Systems is a global technology services firm orchestrating end-to-end IT transformation for Independent Service Vendors (ISVs) and Fortune 1000 enterprises through strategic IT services to actualize robust business outcomes across the value chain.</a:t>
            </a:r>
            <a:endParaRPr lang="en-US" dirty="0">
              <a:cs typeface="Calibri"/>
            </a:endParaRPr>
          </a:p>
          <a:p>
            <a:pPr marL="342900" indent="-342900">
              <a:buFont typeface="Arial"/>
              <a:buChar char="•"/>
            </a:pPr>
            <a:endParaRPr lang="en-US" dirty="0">
              <a:cs typeface="Calibri"/>
            </a:endParaRPr>
          </a:p>
          <a:p>
            <a:pPr marL="342900" indent="-342900">
              <a:buFont typeface="Arial"/>
              <a:buChar char="•"/>
            </a:pPr>
            <a:r>
              <a:rPr lang="en-US" b="1" dirty="0">
                <a:cs typeface="Calibri"/>
              </a:rPr>
              <a:t>QUALITY POLICY - </a:t>
            </a:r>
            <a:r>
              <a:rPr lang="en-US" dirty="0">
                <a:ea typeface="+mn-lt"/>
                <a:cs typeface="+mn-lt"/>
              </a:rPr>
              <a:t>As we all know that a policy is a deliberate system of principles to guide decisions and achieve rational outcomes. A policy at Aspire is a statement of intent and is implemented as a protocol which is framed by a governance body within the organization. At Aspire, we believe in information security, quality management, privacy information protection and CSR.</a:t>
            </a:r>
            <a:endParaRPr lang="en-US" b="1" dirty="0">
              <a:cs typeface="Calibri"/>
            </a:endParaRPr>
          </a:p>
        </p:txBody>
      </p:sp>
    </p:spTree>
    <p:extLst>
      <p:ext uri="{BB962C8B-B14F-4D97-AF65-F5344CB8AC3E}">
        <p14:creationId xmlns:p14="http://schemas.microsoft.com/office/powerpoint/2010/main" val="37956277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CEC7BD-6F2F-5143-A996-D01CBF63184B}"/>
              </a:ext>
            </a:extLst>
          </p:cNvPr>
          <p:cNvSpPr>
            <a:spLocks noGrp="1"/>
          </p:cNvSpPr>
          <p:nvPr>
            <p:ph type="title"/>
          </p:nvPr>
        </p:nvSpPr>
        <p:spPr>
          <a:xfrm>
            <a:off x="573451" y="678366"/>
            <a:ext cx="10645935" cy="950286"/>
          </a:xfrm>
        </p:spPr>
        <p:txBody>
          <a:bodyPr/>
          <a:lstStyle/>
          <a:p>
            <a:br>
              <a:rPr lang="en-US" sz="3200"/>
            </a:br>
            <a:endParaRPr lang="en-US"/>
          </a:p>
        </p:txBody>
      </p:sp>
      <p:sp>
        <p:nvSpPr>
          <p:cNvPr id="3" name="TextBox 2">
            <a:extLst>
              <a:ext uri="{FF2B5EF4-FFF2-40B4-BE49-F238E27FC236}">
                <a16:creationId xmlns:a16="http://schemas.microsoft.com/office/drawing/2014/main" id="{1AFB29DD-AC87-F25F-8063-23CD852DEA44}"/>
              </a:ext>
            </a:extLst>
          </p:cNvPr>
          <p:cNvSpPr txBox="1"/>
          <p:nvPr/>
        </p:nvSpPr>
        <p:spPr>
          <a:xfrm>
            <a:off x="478971" y="1209869"/>
            <a:ext cx="9461240" cy="31393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indent="-457200">
              <a:buFont typeface="Arial,Sans-Serif"/>
              <a:buChar char="•"/>
            </a:pPr>
            <a:r>
              <a:rPr lang="en-US" dirty="0">
                <a:ea typeface="+mn-lt"/>
                <a:cs typeface="+mn-lt"/>
              </a:rPr>
              <a:t>The European Software Testing awards winner in the year of 2020</a:t>
            </a:r>
          </a:p>
          <a:p>
            <a:pPr marL="457200" indent="-457200">
              <a:buFont typeface="Arial,Sans-Serif"/>
              <a:buChar char="•"/>
            </a:pPr>
            <a:endParaRPr lang="en-US" dirty="0">
              <a:ea typeface="+mn-lt"/>
              <a:cs typeface="+mn-lt"/>
            </a:endParaRPr>
          </a:p>
          <a:p>
            <a:pPr marL="457200" indent="-457200">
              <a:buFont typeface="Arial,Sans-Serif"/>
              <a:buChar char="•"/>
            </a:pPr>
            <a:r>
              <a:rPr lang="en-US" dirty="0">
                <a:ea typeface="+mn-lt"/>
                <a:cs typeface="+mn-lt"/>
              </a:rPr>
              <a:t>APEA (Asian-Pacific Enterprise Awards ) in the year of 2020</a:t>
            </a:r>
          </a:p>
          <a:p>
            <a:pPr marL="457200" indent="-457200">
              <a:buFont typeface="Arial,Sans-Serif"/>
              <a:buChar char="•"/>
            </a:pPr>
            <a:endParaRPr lang="en-US" dirty="0">
              <a:ea typeface="+mn-lt"/>
              <a:cs typeface="+mn-lt"/>
            </a:endParaRPr>
          </a:p>
          <a:p>
            <a:pPr marL="457200" indent="-457200">
              <a:buFont typeface="Arial,Sans-Serif"/>
              <a:buChar char="•"/>
            </a:pPr>
            <a:r>
              <a:rPr lang="en-US" dirty="0">
                <a:ea typeface="+mn-lt"/>
                <a:cs typeface="+mn-lt"/>
              </a:rPr>
              <a:t>Great Place to work – India 2020 (</a:t>
            </a:r>
            <a:r>
              <a:rPr lang="en-US" b="1" dirty="0">
                <a:ea typeface="+mn-lt"/>
                <a:cs typeface="+mn-lt"/>
              </a:rPr>
              <a:t>12 Years in a Row</a:t>
            </a:r>
            <a:r>
              <a:rPr lang="en-US" dirty="0">
                <a:ea typeface="+mn-lt"/>
                <a:cs typeface="+mn-lt"/>
              </a:rPr>
              <a:t>)</a:t>
            </a:r>
          </a:p>
          <a:p>
            <a:pPr marL="457200" indent="-457200">
              <a:buFont typeface="Arial,Sans-Serif"/>
              <a:buChar char="•"/>
            </a:pPr>
            <a:endParaRPr lang="en-US" dirty="0">
              <a:ea typeface="+mn-lt"/>
              <a:cs typeface="+mn-lt"/>
            </a:endParaRPr>
          </a:p>
          <a:p>
            <a:pPr marL="457200" indent="-457200">
              <a:buFont typeface="Arial,Sans-Serif"/>
              <a:buChar char="•"/>
            </a:pPr>
            <a:r>
              <a:rPr lang="en-US" dirty="0">
                <a:ea typeface="+mn-lt"/>
                <a:cs typeface="+mn-lt"/>
              </a:rPr>
              <a:t>Aspire has won the Deloitte Technology Fast 50 India 2012 award. This prestigious award recognizes the 50 fastest growing technology companies across India.</a:t>
            </a:r>
          </a:p>
          <a:p>
            <a:pPr marL="457200" indent="-457200">
              <a:buFont typeface="Arial,Sans-Serif"/>
              <a:buChar char="•"/>
            </a:pPr>
            <a:endParaRPr lang="en-US" dirty="0">
              <a:ea typeface="+mn-lt"/>
              <a:cs typeface="+mn-lt"/>
            </a:endParaRPr>
          </a:p>
          <a:p>
            <a:pPr marL="457200" indent="-457200">
              <a:buFont typeface="Arial,Sans-Serif"/>
              <a:buChar char="•"/>
            </a:pPr>
            <a:r>
              <a:rPr lang="en-US" dirty="0">
                <a:ea typeface="+mn-lt"/>
                <a:cs typeface="+mn-lt"/>
              </a:rPr>
              <a:t>Aspire Systems has been rated among the top 20 Global Outsourced Product Development (OPD) and R&amp;D Service Providers in a rating released by </a:t>
            </a:r>
            <a:r>
              <a:rPr lang="en-US" dirty="0" err="1">
                <a:ea typeface="+mn-lt"/>
                <a:cs typeface="+mn-lt"/>
              </a:rPr>
              <a:t>Zinnov</a:t>
            </a:r>
            <a:endParaRPr lang="en-US" dirty="0" err="1">
              <a:cs typeface="Calibri"/>
            </a:endParaRPr>
          </a:p>
        </p:txBody>
      </p:sp>
      <p:sp>
        <p:nvSpPr>
          <p:cNvPr id="6" name="TextBox 5">
            <a:extLst>
              <a:ext uri="{FF2B5EF4-FFF2-40B4-BE49-F238E27FC236}">
                <a16:creationId xmlns:a16="http://schemas.microsoft.com/office/drawing/2014/main" id="{34B6EACA-F84D-1447-3456-E7D0F1889818}"/>
              </a:ext>
            </a:extLst>
          </p:cNvPr>
          <p:cNvSpPr txBox="1"/>
          <p:nvPr/>
        </p:nvSpPr>
        <p:spPr>
          <a:xfrm>
            <a:off x="478971" y="618931"/>
            <a:ext cx="885475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855AA6"/>
                </a:solidFill>
                <a:ea typeface="+mn-lt"/>
                <a:cs typeface="+mn-lt"/>
              </a:rPr>
              <a:t>Awards And </a:t>
            </a:r>
            <a:r>
              <a:rPr lang="en-US" b="1" err="1">
                <a:solidFill>
                  <a:srgbClr val="855AA6"/>
                </a:solidFill>
                <a:ea typeface="+mn-lt"/>
                <a:cs typeface="+mn-lt"/>
              </a:rPr>
              <a:t>Achivements</a:t>
            </a:r>
            <a:r>
              <a:rPr lang="en-US" b="1">
                <a:solidFill>
                  <a:srgbClr val="855AA6"/>
                </a:solidFill>
                <a:ea typeface="+mn-lt"/>
                <a:cs typeface="+mn-lt"/>
              </a:rPr>
              <a:t> of Aspire Systems</a:t>
            </a:r>
            <a:endParaRPr lang="en-US">
              <a:cs typeface="Calibri"/>
            </a:endParaRPr>
          </a:p>
        </p:txBody>
      </p:sp>
    </p:spTree>
    <p:extLst>
      <p:ext uri="{BB962C8B-B14F-4D97-AF65-F5344CB8AC3E}">
        <p14:creationId xmlns:p14="http://schemas.microsoft.com/office/powerpoint/2010/main" val="8484826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D4A29744-C158-0AFA-F90B-B36283428F79}"/>
              </a:ext>
            </a:extLst>
          </p:cNvPr>
          <p:cNvSpPr txBox="1"/>
          <p:nvPr/>
        </p:nvSpPr>
        <p:spPr>
          <a:xfrm>
            <a:off x="7410839" y="5117063"/>
            <a:ext cx="3948403"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rgbClr val="865AA3"/>
                </a:solidFill>
              </a:rPr>
              <a:t>Presented By -</a:t>
            </a:r>
          </a:p>
          <a:p>
            <a:endParaRPr lang="en-US" dirty="0">
              <a:cs typeface="Calibri"/>
            </a:endParaRPr>
          </a:p>
          <a:p>
            <a:endParaRPr lang="en-US" dirty="0">
              <a:cs typeface="Calibri"/>
            </a:endParaRPr>
          </a:p>
          <a:p>
            <a:r>
              <a:rPr lang="en-US" dirty="0">
                <a:cs typeface="Calibri"/>
              </a:rPr>
              <a:t>                             </a:t>
            </a:r>
            <a:r>
              <a:rPr lang="en-US" dirty="0">
                <a:solidFill>
                  <a:srgbClr val="865AA3"/>
                </a:solidFill>
                <a:cs typeface="Calibri"/>
              </a:rPr>
              <a:t>TEAM AURORA</a:t>
            </a:r>
          </a:p>
        </p:txBody>
      </p:sp>
      <p:pic>
        <p:nvPicPr>
          <p:cNvPr id="2" name="Picture 2">
            <a:extLst>
              <a:ext uri="{FF2B5EF4-FFF2-40B4-BE49-F238E27FC236}">
                <a16:creationId xmlns:a16="http://schemas.microsoft.com/office/drawing/2014/main" id="{E097FF74-6D1F-9A35-B80B-607F0606F9CE}"/>
              </a:ext>
            </a:extLst>
          </p:cNvPr>
          <p:cNvPicPr>
            <a:picLocks noChangeAspect="1"/>
          </p:cNvPicPr>
          <p:nvPr/>
        </p:nvPicPr>
        <p:blipFill>
          <a:blip r:embed="rId2"/>
          <a:stretch>
            <a:fillRect/>
          </a:stretch>
        </p:blipFill>
        <p:spPr>
          <a:xfrm>
            <a:off x="7088155" y="3074"/>
            <a:ext cx="5106954" cy="6851851"/>
          </a:xfrm>
          <a:prstGeom prst="rect">
            <a:avLst/>
          </a:prstGeom>
        </p:spPr>
      </p:pic>
    </p:spTree>
    <p:extLst>
      <p:ext uri="{BB962C8B-B14F-4D97-AF65-F5344CB8AC3E}">
        <p14:creationId xmlns:p14="http://schemas.microsoft.com/office/powerpoint/2010/main" val="9725841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8</Slides>
  <Notes>3</Notes>
  <HiddenSlides>0</HiddenSlides>
  <ScaleCrop>false</ScaleCrop>
  <HeadingPairs>
    <vt:vector size="4" baseType="variant">
      <vt:variant>
        <vt:lpstr>Theme</vt:lpstr>
      </vt:variant>
      <vt:variant>
        <vt:i4>2</vt:i4>
      </vt:variant>
      <vt:variant>
        <vt:lpstr>Slide Titles</vt:lpstr>
      </vt:variant>
      <vt:variant>
        <vt:i4>8</vt:i4>
      </vt:variant>
    </vt:vector>
  </HeadingPairs>
  <TitlesOfParts>
    <vt:vector size="10" baseType="lpstr">
      <vt:lpstr>Office Theme</vt:lpstr>
      <vt:lpstr>Office Theme</vt:lpstr>
      <vt:lpstr>PowerPoint Presentation</vt:lpstr>
      <vt:lpstr>Introduction</vt:lpstr>
      <vt:lpstr> SERVICES PROVIDED BY ASPIRE SYSTEMS</vt:lpstr>
      <vt:lpstr> SOLUTIONS PROVIDED BY ASPIRE SYSTEMS</vt:lpstr>
      <vt:lpstr> </vt:lpstr>
      <vt:lpstr>Policies of Aspire Systems</vt:lpstr>
      <vt:lpstr>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Team Synergy</dc:title>
  <dc:creator>Hemalatha Manu Anand</dc:creator>
  <cp:revision>108</cp:revision>
  <dcterms:created xsi:type="dcterms:W3CDTF">2020-06-30T04:13:35Z</dcterms:created>
  <dcterms:modified xsi:type="dcterms:W3CDTF">2022-03-24T08:10:00Z</dcterms:modified>
</cp:coreProperties>
</file>