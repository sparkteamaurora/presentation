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2" r:id="rId2"/>
  </p:sldMasterIdLst>
  <p:notesMasterIdLst>
    <p:notesMasterId r:id="rId8"/>
  </p:notesMasterIdLst>
  <p:sldIdLst>
    <p:sldId id="288" r:id="rId3"/>
    <p:sldId id="278" r:id="rId4"/>
    <p:sldId id="287" r:id="rId5"/>
    <p:sldId id="290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81F47-3D07-42AF-A388-97F6DFC1AF07}" v="241" dt="2022-03-28T06:01:15.341"/>
    <p1510:client id="{28D09049-BA53-454C-9401-A635BB927F9D}" v="131" dt="2022-03-29T07:31:22.636"/>
    <p1510:client id="{358568C9-727A-471A-8B08-6CFBF8EB920C}" v="126" dt="2022-03-29T06:10:48.731"/>
    <p1510:client id="{AF221A37-345B-4145-A182-9F51C63EF17C}" v="655" dt="2022-03-30T08:22:37.434"/>
    <p1510:client id="{D26F1729-818B-4764-A469-A3DBD1631369}" v="19" dt="2022-03-30T07:20:57.440"/>
    <p1510:client id="{D707D695-9377-4DE0-8E8B-A36B2D36ED33}" v="59" dt="2022-03-28T04:34:33.7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 Rakzz" userId="cbb95b7a29af6b58" providerId="Windows Live" clId="Web-{AF221A37-345B-4145-A182-9F51C63EF17C}"/>
    <pc:docChg chg="addSld delSld modSld">
      <pc:chgData name="Venkat Rakzz" userId="cbb95b7a29af6b58" providerId="Windows Live" clId="Web-{AF221A37-345B-4145-A182-9F51C63EF17C}" dt="2022-03-30T08:22:37.434" v="377"/>
      <pc:docMkLst>
        <pc:docMk/>
      </pc:docMkLst>
      <pc:sldChg chg="addSp delSp modSp del">
        <pc:chgData name="Venkat Rakzz" userId="cbb95b7a29af6b58" providerId="Windows Live" clId="Web-{AF221A37-345B-4145-A182-9F51C63EF17C}" dt="2022-03-30T08:22:37.434" v="377"/>
        <pc:sldMkLst>
          <pc:docMk/>
          <pc:sldMk cId="1676885948" sldId="260"/>
        </pc:sldMkLst>
        <pc:spChg chg="add del mod">
          <ac:chgData name="Venkat Rakzz" userId="cbb95b7a29af6b58" providerId="Windows Live" clId="Web-{AF221A37-345B-4145-A182-9F51C63EF17C}" dt="2022-03-30T08:22:35.293" v="376"/>
          <ac:spMkLst>
            <pc:docMk/>
            <pc:sldMk cId="1676885948" sldId="260"/>
            <ac:spMk id="3" creationId="{3EC3CEDA-9005-7ACA-A600-5CFA3009A098}"/>
          </ac:spMkLst>
        </pc:spChg>
      </pc:sldChg>
      <pc:sldChg chg="modSp">
        <pc:chgData name="Venkat Rakzz" userId="cbb95b7a29af6b58" providerId="Windows Live" clId="Web-{AF221A37-345B-4145-A182-9F51C63EF17C}" dt="2022-03-30T07:22:15.276" v="10" actId="14100"/>
        <pc:sldMkLst>
          <pc:docMk/>
          <pc:sldMk cId="1917251404" sldId="278"/>
        </pc:sldMkLst>
        <pc:picChg chg="mod">
          <ac:chgData name="Venkat Rakzz" userId="cbb95b7a29af6b58" providerId="Windows Live" clId="Web-{AF221A37-345B-4145-A182-9F51C63EF17C}" dt="2022-03-30T07:22:15.276" v="10" actId="14100"/>
          <ac:picMkLst>
            <pc:docMk/>
            <pc:sldMk cId="1917251404" sldId="278"/>
            <ac:picMk id="5" creationId="{FCDE3B37-5D31-5BC4-4741-55D3D6DD1979}"/>
          </ac:picMkLst>
        </pc:picChg>
      </pc:sldChg>
      <pc:sldChg chg="modSp">
        <pc:chgData name="Venkat Rakzz" userId="cbb95b7a29af6b58" providerId="Windows Live" clId="Web-{AF221A37-345B-4145-A182-9F51C63EF17C}" dt="2022-03-30T06:02:12.373" v="0" actId="1076"/>
        <pc:sldMkLst>
          <pc:docMk/>
          <pc:sldMk cId="2918643661" sldId="279"/>
        </pc:sldMkLst>
        <pc:spChg chg="mod">
          <ac:chgData name="Venkat Rakzz" userId="cbb95b7a29af6b58" providerId="Windows Live" clId="Web-{AF221A37-345B-4145-A182-9F51C63EF17C}" dt="2022-03-30T06:02:12.373" v="0" actId="1076"/>
          <ac:spMkLst>
            <pc:docMk/>
            <pc:sldMk cId="2918643661" sldId="279"/>
            <ac:spMk id="13" creationId="{E78E571F-44D1-4BD6-8C53-55B835C4B37A}"/>
          </ac:spMkLst>
        </pc:spChg>
      </pc:sldChg>
      <pc:sldChg chg="del">
        <pc:chgData name="Venkat Rakzz" userId="cbb95b7a29af6b58" providerId="Windows Live" clId="Web-{AF221A37-345B-4145-A182-9F51C63EF17C}" dt="2022-03-30T07:29:52.553" v="76"/>
        <pc:sldMkLst>
          <pc:docMk/>
          <pc:sldMk cId="3155930527" sldId="281"/>
        </pc:sldMkLst>
      </pc:sldChg>
      <pc:sldChg chg="del">
        <pc:chgData name="Venkat Rakzz" userId="cbb95b7a29af6b58" providerId="Windows Live" clId="Web-{AF221A37-345B-4145-A182-9F51C63EF17C}" dt="2022-03-30T07:29:55.210" v="77"/>
        <pc:sldMkLst>
          <pc:docMk/>
          <pc:sldMk cId="408878482" sldId="282"/>
        </pc:sldMkLst>
      </pc:sldChg>
      <pc:sldChg chg="addSp delSp modSp">
        <pc:chgData name="Venkat Rakzz" userId="cbb95b7a29af6b58" providerId="Windows Live" clId="Web-{AF221A37-345B-4145-A182-9F51C63EF17C}" dt="2022-03-30T08:15:59.784" v="220" actId="20577"/>
        <pc:sldMkLst>
          <pc:docMk/>
          <pc:sldMk cId="848482602" sldId="287"/>
        </pc:sldMkLst>
        <pc:spChg chg="del">
          <ac:chgData name="Venkat Rakzz" userId="cbb95b7a29af6b58" providerId="Windows Live" clId="Web-{AF221A37-345B-4145-A182-9F51C63EF17C}" dt="2022-03-30T07:27:32.831" v="59"/>
          <ac:spMkLst>
            <pc:docMk/>
            <pc:sldMk cId="848482602" sldId="287"/>
            <ac:spMk id="2" creationId="{15CEC7BD-6F2F-5143-A996-D01CBF63184B}"/>
          </ac:spMkLst>
        </pc:spChg>
        <pc:spChg chg="add del mod">
          <ac:chgData name="Venkat Rakzz" userId="cbb95b7a29af6b58" providerId="Windows Live" clId="Web-{AF221A37-345B-4145-A182-9F51C63EF17C}" dt="2022-03-30T07:25:53.313" v="44"/>
          <ac:spMkLst>
            <pc:docMk/>
            <pc:sldMk cId="848482602" sldId="287"/>
            <ac:spMk id="3" creationId="{B6FC217B-D890-F54E-4592-C2388119E21A}"/>
          </ac:spMkLst>
        </pc:spChg>
        <pc:spChg chg="del mod">
          <ac:chgData name="Venkat Rakzz" userId="cbb95b7a29af6b58" providerId="Windows Live" clId="Web-{AF221A37-345B-4145-A182-9F51C63EF17C}" dt="2022-03-30T07:22:35.871" v="12"/>
          <ac:spMkLst>
            <pc:docMk/>
            <pc:sldMk cId="848482602" sldId="287"/>
            <ac:spMk id="4" creationId="{CEDC363A-AA1A-33A8-FA01-DC2826C4E018}"/>
          </ac:spMkLst>
        </pc:spChg>
        <pc:spChg chg="add mod">
          <ac:chgData name="Venkat Rakzz" userId="cbb95b7a29af6b58" providerId="Windows Live" clId="Web-{AF221A37-345B-4145-A182-9F51C63EF17C}" dt="2022-03-30T07:32:55.870" v="102" actId="1076"/>
          <ac:spMkLst>
            <pc:docMk/>
            <pc:sldMk cId="848482602" sldId="287"/>
            <ac:spMk id="5" creationId="{152AA2DC-C12C-8A23-2CEE-2CF5E0ED0697}"/>
          </ac:spMkLst>
        </pc:spChg>
        <pc:spChg chg="add mod">
          <ac:chgData name="Venkat Rakzz" userId="cbb95b7a29af6b58" providerId="Windows Live" clId="Web-{AF221A37-345B-4145-A182-9F51C63EF17C}" dt="2022-03-30T07:29:48.647" v="75" actId="20577"/>
          <ac:spMkLst>
            <pc:docMk/>
            <pc:sldMk cId="848482602" sldId="287"/>
            <ac:spMk id="6" creationId="{090E4842-8D65-15F2-5575-17F46B4F2C2B}"/>
          </ac:spMkLst>
        </pc:spChg>
        <pc:spChg chg="add del mod">
          <ac:chgData name="Venkat Rakzz" userId="cbb95b7a29af6b58" providerId="Windows Live" clId="Web-{AF221A37-345B-4145-A182-9F51C63EF17C}" dt="2022-03-30T07:27:38.347" v="60"/>
          <ac:spMkLst>
            <pc:docMk/>
            <pc:sldMk cId="848482602" sldId="287"/>
            <ac:spMk id="8" creationId="{C2DEE83B-2D22-28DC-1860-5394DB6447AA}"/>
          </ac:spMkLst>
        </pc:spChg>
        <pc:spChg chg="add mod">
          <ac:chgData name="Venkat Rakzz" userId="cbb95b7a29af6b58" providerId="Windows Live" clId="Web-{AF221A37-345B-4145-A182-9F51C63EF17C}" dt="2022-03-30T07:30:47.852" v="86" actId="688"/>
          <ac:spMkLst>
            <pc:docMk/>
            <pc:sldMk cId="848482602" sldId="287"/>
            <ac:spMk id="10" creationId="{DAF56261-43B1-5416-634A-06D9D0EBB17F}"/>
          </ac:spMkLst>
        </pc:spChg>
        <pc:spChg chg="add mod">
          <ac:chgData name="Venkat Rakzz" userId="cbb95b7a29af6b58" providerId="Windows Live" clId="Web-{AF221A37-345B-4145-A182-9F51C63EF17C}" dt="2022-03-30T07:31:36.509" v="90" actId="20577"/>
          <ac:spMkLst>
            <pc:docMk/>
            <pc:sldMk cId="848482602" sldId="287"/>
            <ac:spMk id="11" creationId="{AB216349-37AA-CAEF-91E9-84F154B89F2C}"/>
          </ac:spMkLst>
        </pc:spChg>
        <pc:spChg chg="add mod">
          <ac:chgData name="Venkat Rakzz" userId="cbb95b7a29af6b58" providerId="Windows Live" clId="Web-{AF221A37-345B-4145-A182-9F51C63EF17C}" dt="2022-03-30T07:32:54.761" v="101" actId="20577"/>
          <ac:spMkLst>
            <pc:docMk/>
            <pc:sldMk cId="848482602" sldId="287"/>
            <ac:spMk id="12" creationId="{0F5D0E9A-A28A-7557-CE07-52F98018C997}"/>
          </ac:spMkLst>
        </pc:spChg>
        <pc:spChg chg="add del">
          <ac:chgData name="Venkat Rakzz" userId="cbb95b7a29af6b58" providerId="Windows Live" clId="Web-{AF221A37-345B-4145-A182-9F51C63EF17C}" dt="2022-03-30T07:32:39.526" v="100"/>
          <ac:spMkLst>
            <pc:docMk/>
            <pc:sldMk cId="848482602" sldId="287"/>
            <ac:spMk id="13" creationId="{2F00C5FF-8E14-EC70-371F-037095D583C3}"/>
          </ac:spMkLst>
        </pc:spChg>
        <pc:spChg chg="add mod">
          <ac:chgData name="Venkat Rakzz" userId="cbb95b7a29af6b58" providerId="Windows Live" clId="Web-{AF221A37-345B-4145-A182-9F51C63EF17C}" dt="2022-03-30T07:33:38.543" v="109" actId="1076"/>
          <ac:spMkLst>
            <pc:docMk/>
            <pc:sldMk cId="848482602" sldId="287"/>
            <ac:spMk id="14" creationId="{0818B4BF-9AAC-F5E5-BBB7-CBB68C512ACB}"/>
          </ac:spMkLst>
        </pc:spChg>
        <pc:spChg chg="add mod">
          <ac:chgData name="Venkat Rakzz" userId="cbb95b7a29af6b58" providerId="Windows Live" clId="Web-{AF221A37-345B-4145-A182-9F51C63EF17C}" dt="2022-03-30T07:36:26.454" v="198" actId="20577"/>
          <ac:spMkLst>
            <pc:docMk/>
            <pc:sldMk cId="848482602" sldId="287"/>
            <ac:spMk id="15" creationId="{09D3B81A-3CE7-A8BD-8172-03F1E9885204}"/>
          </ac:spMkLst>
        </pc:spChg>
        <pc:spChg chg="add mod">
          <ac:chgData name="Venkat Rakzz" userId="cbb95b7a29af6b58" providerId="Windows Live" clId="Web-{AF221A37-345B-4145-A182-9F51C63EF17C}" dt="2022-03-30T07:33:38.559" v="112" actId="1076"/>
          <ac:spMkLst>
            <pc:docMk/>
            <pc:sldMk cId="848482602" sldId="287"/>
            <ac:spMk id="17" creationId="{8187A1F3-E9D4-4534-00CD-20775A363DDA}"/>
          </ac:spMkLst>
        </pc:spChg>
        <pc:spChg chg="add mod">
          <ac:chgData name="Venkat Rakzz" userId="cbb95b7a29af6b58" providerId="Windows Live" clId="Web-{AF221A37-345B-4145-A182-9F51C63EF17C}" dt="2022-03-30T08:15:04.626" v="203" actId="20577"/>
          <ac:spMkLst>
            <pc:docMk/>
            <pc:sldMk cId="848482602" sldId="287"/>
            <ac:spMk id="18" creationId="{1DFE6C8A-AC81-7CA9-A797-4810556BF79E}"/>
          </ac:spMkLst>
        </pc:spChg>
        <pc:spChg chg="add mod">
          <ac:chgData name="Venkat Rakzz" userId="cbb95b7a29af6b58" providerId="Windows Live" clId="Web-{AF221A37-345B-4145-A182-9F51C63EF17C}" dt="2022-03-30T07:34:02.403" v="119" actId="1076"/>
          <ac:spMkLst>
            <pc:docMk/>
            <pc:sldMk cId="848482602" sldId="287"/>
            <ac:spMk id="19" creationId="{811E30A6-6E8C-38E8-7634-96DD7C3DAC7F}"/>
          </ac:spMkLst>
        </pc:spChg>
        <pc:spChg chg="add mod">
          <ac:chgData name="Venkat Rakzz" userId="cbb95b7a29af6b58" providerId="Windows Live" clId="Web-{AF221A37-345B-4145-A182-9F51C63EF17C}" dt="2022-03-30T08:14:59.486" v="202" actId="20577"/>
          <ac:spMkLst>
            <pc:docMk/>
            <pc:sldMk cId="848482602" sldId="287"/>
            <ac:spMk id="20" creationId="{9D6F13DF-4933-79D5-4276-47FDD0773E78}"/>
          </ac:spMkLst>
        </pc:spChg>
        <pc:spChg chg="add mod">
          <ac:chgData name="Venkat Rakzz" userId="cbb95b7a29af6b58" providerId="Windows Live" clId="Web-{AF221A37-345B-4145-A182-9F51C63EF17C}" dt="2022-03-30T07:34:02.419" v="122" actId="1076"/>
          <ac:spMkLst>
            <pc:docMk/>
            <pc:sldMk cId="848482602" sldId="287"/>
            <ac:spMk id="22" creationId="{4FACCF1B-0D20-D184-AF81-678DC86D0DDE}"/>
          </ac:spMkLst>
        </pc:spChg>
        <pc:spChg chg="add mod">
          <ac:chgData name="Venkat Rakzz" userId="cbb95b7a29af6b58" providerId="Windows Live" clId="Web-{AF221A37-345B-4145-A182-9F51C63EF17C}" dt="2022-03-30T07:34:02.435" v="123" actId="1076"/>
          <ac:spMkLst>
            <pc:docMk/>
            <pc:sldMk cId="848482602" sldId="287"/>
            <ac:spMk id="23" creationId="{631ED799-0E37-73F2-2EB1-4DD9606314F2}"/>
          </ac:spMkLst>
        </pc:spChg>
        <pc:spChg chg="add mod">
          <ac:chgData name="Venkat Rakzz" userId="cbb95b7a29af6b58" providerId="Windows Live" clId="Web-{AF221A37-345B-4145-A182-9F51C63EF17C}" dt="2022-03-30T07:34:09.200" v="129" actId="1076"/>
          <ac:spMkLst>
            <pc:docMk/>
            <pc:sldMk cId="848482602" sldId="287"/>
            <ac:spMk id="24" creationId="{0CD4DED4-3033-C887-C0DE-74E7A57978A0}"/>
          </ac:spMkLst>
        </pc:spChg>
        <pc:spChg chg="add mod">
          <ac:chgData name="Venkat Rakzz" userId="cbb95b7a29af6b58" providerId="Windows Live" clId="Web-{AF221A37-345B-4145-A182-9F51C63EF17C}" dt="2022-03-30T08:15:24.627" v="209" actId="20577"/>
          <ac:spMkLst>
            <pc:docMk/>
            <pc:sldMk cId="848482602" sldId="287"/>
            <ac:spMk id="25" creationId="{261C5FD6-41FF-F1E7-A3A0-842D6D745FB6}"/>
          </ac:spMkLst>
        </pc:spChg>
        <pc:spChg chg="add mod">
          <ac:chgData name="Venkat Rakzz" userId="cbb95b7a29af6b58" providerId="Windows Live" clId="Web-{AF221A37-345B-4145-A182-9F51C63EF17C}" dt="2022-03-30T07:34:09.216" v="132" actId="1076"/>
          <ac:spMkLst>
            <pc:docMk/>
            <pc:sldMk cId="848482602" sldId="287"/>
            <ac:spMk id="27" creationId="{05BEF998-679A-3431-F37D-5E6E6FC6FC90}"/>
          </ac:spMkLst>
        </pc:spChg>
        <pc:spChg chg="add mod">
          <ac:chgData name="Venkat Rakzz" userId="cbb95b7a29af6b58" providerId="Windows Live" clId="Web-{AF221A37-345B-4145-A182-9F51C63EF17C}" dt="2022-03-30T07:34:09.232" v="133" actId="1076"/>
          <ac:spMkLst>
            <pc:docMk/>
            <pc:sldMk cId="848482602" sldId="287"/>
            <ac:spMk id="28" creationId="{BCA59D66-1E3E-5E71-A811-3A4419EC233F}"/>
          </ac:spMkLst>
        </pc:spChg>
        <pc:spChg chg="add del">
          <ac:chgData name="Venkat Rakzz" userId="cbb95b7a29af6b58" providerId="Windows Live" clId="Web-{AF221A37-345B-4145-A182-9F51C63EF17C}" dt="2022-03-30T07:34:26.185" v="145"/>
          <ac:spMkLst>
            <pc:docMk/>
            <pc:sldMk cId="848482602" sldId="287"/>
            <ac:spMk id="29" creationId="{022CFF9C-7C0F-5160-FA64-604D772BFFBB}"/>
          </ac:spMkLst>
        </pc:spChg>
        <pc:spChg chg="add del">
          <ac:chgData name="Venkat Rakzz" userId="cbb95b7a29af6b58" providerId="Windows Live" clId="Web-{AF221A37-345B-4145-A182-9F51C63EF17C}" dt="2022-03-30T07:34:26.185" v="144"/>
          <ac:spMkLst>
            <pc:docMk/>
            <pc:sldMk cId="848482602" sldId="287"/>
            <ac:spMk id="30" creationId="{57EAD6F1-48FA-C57B-7A60-DB9A51CCA7CD}"/>
          </ac:spMkLst>
        </pc:spChg>
        <pc:spChg chg="add del">
          <ac:chgData name="Venkat Rakzz" userId="cbb95b7a29af6b58" providerId="Windows Live" clId="Web-{AF221A37-345B-4145-A182-9F51C63EF17C}" dt="2022-03-30T07:34:26.185" v="142"/>
          <ac:spMkLst>
            <pc:docMk/>
            <pc:sldMk cId="848482602" sldId="287"/>
            <ac:spMk id="32" creationId="{73015FFF-EEA1-2322-4AE8-6D183F23E814}"/>
          </ac:spMkLst>
        </pc:spChg>
        <pc:spChg chg="add del">
          <ac:chgData name="Venkat Rakzz" userId="cbb95b7a29af6b58" providerId="Windows Live" clId="Web-{AF221A37-345B-4145-A182-9F51C63EF17C}" dt="2022-03-30T07:34:26.185" v="141"/>
          <ac:spMkLst>
            <pc:docMk/>
            <pc:sldMk cId="848482602" sldId="287"/>
            <ac:spMk id="33" creationId="{AB1C52A7-4FA8-4889-EEB1-A0341E61409D}"/>
          </ac:spMkLst>
        </pc:spChg>
        <pc:spChg chg="add">
          <ac:chgData name="Venkat Rakzz" userId="cbb95b7a29af6b58" providerId="Windows Live" clId="Web-{AF221A37-345B-4145-A182-9F51C63EF17C}" dt="2022-03-30T07:34:30.388" v="146"/>
          <ac:spMkLst>
            <pc:docMk/>
            <pc:sldMk cId="848482602" sldId="287"/>
            <ac:spMk id="34" creationId="{1A5EB195-A204-F645-47EC-23B4DF6C6C14}"/>
          </ac:spMkLst>
        </pc:spChg>
        <pc:spChg chg="add">
          <ac:chgData name="Venkat Rakzz" userId="cbb95b7a29af6b58" providerId="Windows Live" clId="Web-{AF221A37-345B-4145-A182-9F51C63EF17C}" dt="2022-03-30T07:34:30.388" v="146"/>
          <ac:spMkLst>
            <pc:docMk/>
            <pc:sldMk cId="848482602" sldId="287"/>
            <ac:spMk id="35" creationId="{8A391B93-3158-C8F0-9A3E-ABE3536E767A}"/>
          </ac:spMkLst>
        </pc:spChg>
        <pc:spChg chg="add">
          <ac:chgData name="Venkat Rakzz" userId="cbb95b7a29af6b58" providerId="Windows Live" clId="Web-{AF221A37-345B-4145-A182-9F51C63EF17C}" dt="2022-03-30T07:34:30.388" v="146"/>
          <ac:spMkLst>
            <pc:docMk/>
            <pc:sldMk cId="848482602" sldId="287"/>
            <ac:spMk id="37" creationId="{76073DFE-1979-89F1-17EF-8C002C113AB1}"/>
          </ac:spMkLst>
        </pc:spChg>
        <pc:spChg chg="add">
          <ac:chgData name="Venkat Rakzz" userId="cbb95b7a29af6b58" providerId="Windows Live" clId="Web-{AF221A37-345B-4145-A182-9F51C63EF17C}" dt="2022-03-30T07:34:30.388" v="146"/>
          <ac:spMkLst>
            <pc:docMk/>
            <pc:sldMk cId="848482602" sldId="287"/>
            <ac:spMk id="38" creationId="{DFE5FE7F-2116-B53D-9C6B-C93FC7F86B5E}"/>
          </ac:spMkLst>
        </pc:spChg>
        <pc:spChg chg="add mod">
          <ac:chgData name="Venkat Rakzz" userId="cbb95b7a29af6b58" providerId="Windows Live" clId="Web-{AF221A37-345B-4145-A182-9F51C63EF17C}" dt="2022-03-30T07:35:29.280" v="172" actId="1076"/>
          <ac:spMkLst>
            <pc:docMk/>
            <pc:sldMk cId="848482602" sldId="287"/>
            <ac:spMk id="39" creationId="{1A5EB195-A204-F645-47EC-23B4DF6C6C14}"/>
          </ac:spMkLst>
        </pc:spChg>
        <pc:spChg chg="add mod">
          <ac:chgData name="Venkat Rakzz" userId="cbb95b7a29af6b58" providerId="Windows Live" clId="Web-{AF221A37-345B-4145-A182-9F51C63EF17C}" dt="2022-03-30T08:15:39.658" v="215" actId="20577"/>
          <ac:spMkLst>
            <pc:docMk/>
            <pc:sldMk cId="848482602" sldId="287"/>
            <ac:spMk id="40" creationId="{8A391B93-3158-C8F0-9A3E-ABE3536E767A}"/>
          </ac:spMkLst>
        </pc:spChg>
        <pc:spChg chg="add mod">
          <ac:chgData name="Venkat Rakzz" userId="cbb95b7a29af6b58" providerId="Windows Live" clId="Web-{AF221A37-345B-4145-A182-9F51C63EF17C}" dt="2022-03-30T07:34:53.655" v="151" actId="1076"/>
          <ac:spMkLst>
            <pc:docMk/>
            <pc:sldMk cId="848482602" sldId="287"/>
            <ac:spMk id="42" creationId="{76073DFE-1979-89F1-17EF-8C002C113AB1}"/>
          </ac:spMkLst>
        </pc:spChg>
        <pc:spChg chg="add mod">
          <ac:chgData name="Venkat Rakzz" userId="cbb95b7a29af6b58" providerId="Windows Live" clId="Web-{AF221A37-345B-4145-A182-9F51C63EF17C}" dt="2022-03-30T08:15:45.659" v="217" actId="20577"/>
          <ac:spMkLst>
            <pc:docMk/>
            <pc:sldMk cId="848482602" sldId="287"/>
            <ac:spMk id="43" creationId="{DFE5FE7F-2116-B53D-9C6B-C93FC7F86B5E}"/>
          </ac:spMkLst>
        </pc:spChg>
        <pc:spChg chg="add mod">
          <ac:chgData name="Venkat Rakzz" userId="cbb95b7a29af6b58" providerId="Windows Live" clId="Web-{AF221A37-345B-4145-A182-9F51C63EF17C}" dt="2022-03-30T07:36:03.281" v="182" actId="14100"/>
          <ac:spMkLst>
            <pc:docMk/>
            <pc:sldMk cId="848482602" sldId="287"/>
            <ac:spMk id="44" creationId="{1A5EB195-A204-F645-47EC-23B4DF6C6C14}"/>
          </ac:spMkLst>
        </pc:spChg>
        <pc:spChg chg="add mod">
          <ac:chgData name="Venkat Rakzz" userId="cbb95b7a29af6b58" providerId="Windows Live" clId="Web-{AF221A37-345B-4145-A182-9F51C63EF17C}" dt="2022-03-30T08:15:55.987" v="219" actId="20577"/>
          <ac:spMkLst>
            <pc:docMk/>
            <pc:sldMk cId="848482602" sldId="287"/>
            <ac:spMk id="45" creationId="{8A391B93-3158-C8F0-9A3E-ABE3536E767A}"/>
          </ac:spMkLst>
        </pc:spChg>
        <pc:spChg chg="add mod">
          <ac:chgData name="Venkat Rakzz" userId="cbb95b7a29af6b58" providerId="Windows Live" clId="Web-{AF221A37-345B-4145-A182-9F51C63EF17C}" dt="2022-03-30T07:35:01.374" v="157" actId="1076"/>
          <ac:spMkLst>
            <pc:docMk/>
            <pc:sldMk cId="848482602" sldId="287"/>
            <ac:spMk id="47" creationId="{76073DFE-1979-89F1-17EF-8C002C113AB1}"/>
          </ac:spMkLst>
        </pc:spChg>
        <pc:spChg chg="add mod">
          <ac:chgData name="Venkat Rakzz" userId="cbb95b7a29af6b58" providerId="Windows Live" clId="Web-{AF221A37-345B-4145-A182-9F51C63EF17C}" dt="2022-03-30T08:15:59.784" v="220" actId="20577"/>
          <ac:spMkLst>
            <pc:docMk/>
            <pc:sldMk cId="848482602" sldId="287"/>
            <ac:spMk id="48" creationId="{DFE5FE7F-2116-B53D-9C6B-C93FC7F86B5E}"/>
          </ac:spMkLst>
        </pc:spChg>
        <pc:cxnChg chg="add mod">
          <ac:chgData name="Venkat Rakzz" userId="cbb95b7a29af6b58" providerId="Windows Live" clId="Web-{AF221A37-345B-4145-A182-9F51C63EF17C}" dt="2022-03-30T07:32:59.042" v="103" actId="1076"/>
          <ac:cxnSpMkLst>
            <pc:docMk/>
            <pc:sldMk cId="848482602" sldId="287"/>
            <ac:cxnSpMk id="9" creationId="{ED16D79F-58E9-4A76-181B-6E8FD0B2C202}"/>
          </ac:cxnSpMkLst>
        </pc:cxnChg>
        <pc:cxnChg chg="add mod">
          <ac:chgData name="Venkat Rakzz" userId="cbb95b7a29af6b58" providerId="Windows Live" clId="Web-{AF221A37-345B-4145-A182-9F51C63EF17C}" dt="2022-03-30T07:34:20.623" v="140" actId="1076"/>
          <ac:cxnSpMkLst>
            <pc:docMk/>
            <pc:sldMk cId="848482602" sldId="287"/>
            <ac:cxnSpMk id="16" creationId="{928878E2-3E91-FCB9-0B43-1F7A4DC77CB6}"/>
          </ac:cxnSpMkLst>
        </pc:cxnChg>
        <pc:cxnChg chg="add mod">
          <ac:chgData name="Venkat Rakzz" userId="cbb95b7a29af6b58" providerId="Windows Live" clId="Web-{AF221A37-345B-4145-A182-9F51C63EF17C}" dt="2022-03-30T07:34:02.419" v="121" actId="1076"/>
          <ac:cxnSpMkLst>
            <pc:docMk/>
            <pc:sldMk cId="848482602" sldId="287"/>
            <ac:cxnSpMk id="21" creationId="{7453AB76-9BE0-5BC7-9F93-2C7639F30742}"/>
          </ac:cxnSpMkLst>
        </pc:cxnChg>
        <pc:cxnChg chg="add mod">
          <ac:chgData name="Venkat Rakzz" userId="cbb95b7a29af6b58" providerId="Windows Live" clId="Web-{AF221A37-345B-4145-A182-9F51C63EF17C}" dt="2022-03-30T07:34:09.216" v="131" actId="1076"/>
          <ac:cxnSpMkLst>
            <pc:docMk/>
            <pc:sldMk cId="848482602" sldId="287"/>
            <ac:cxnSpMk id="26" creationId="{AD735956-1C65-0942-D4D0-C5C437D8B696}"/>
          </ac:cxnSpMkLst>
        </pc:cxnChg>
        <pc:cxnChg chg="add del mod">
          <ac:chgData name="Venkat Rakzz" userId="cbb95b7a29af6b58" providerId="Windows Live" clId="Web-{AF221A37-345B-4145-A182-9F51C63EF17C}" dt="2022-03-30T07:34:26.185" v="143"/>
          <ac:cxnSpMkLst>
            <pc:docMk/>
            <pc:sldMk cId="848482602" sldId="287"/>
            <ac:cxnSpMk id="31" creationId="{DF4E7081-9478-2A1A-56C5-8A77E55B7B7A}"/>
          </ac:cxnSpMkLst>
        </pc:cxnChg>
        <pc:cxnChg chg="add">
          <ac:chgData name="Venkat Rakzz" userId="cbb95b7a29af6b58" providerId="Windows Live" clId="Web-{AF221A37-345B-4145-A182-9F51C63EF17C}" dt="2022-03-30T07:34:30.388" v="146"/>
          <ac:cxnSpMkLst>
            <pc:docMk/>
            <pc:sldMk cId="848482602" sldId="287"/>
            <ac:cxnSpMk id="36" creationId="{475B889D-C1B0-D8B4-6558-A4B0DAD77236}"/>
          </ac:cxnSpMkLst>
        </pc:cxnChg>
        <pc:cxnChg chg="add mod">
          <ac:chgData name="Venkat Rakzz" userId="cbb95b7a29af6b58" providerId="Windows Live" clId="Web-{AF221A37-345B-4145-A182-9F51C63EF17C}" dt="2022-03-30T07:35:48.406" v="175" actId="1076"/>
          <ac:cxnSpMkLst>
            <pc:docMk/>
            <pc:sldMk cId="848482602" sldId="287"/>
            <ac:cxnSpMk id="41" creationId="{475B889D-C1B0-D8B4-6558-A4B0DAD77236}"/>
          </ac:cxnSpMkLst>
        </pc:cxnChg>
        <pc:cxnChg chg="add mod">
          <ac:chgData name="Venkat Rakzz" userId="cbb95b7a29af6b58" providerId="Windows Live" clId="Web-{AF221A37-345B-4145-A182-9F51C63EF17C}" dt="2022-03-30T07:35:01.358" v="156" actId="1076"/>
          <ac:cxnSpMkLst>
            <pc:docMk/>
            <pc:sldMk cId="848482602" sldId="287"/>
            <ac:cxnSpMk id="46" creationId="{475B889D-C1B0-D8B4-6558-A4B0DAD77236}"/>
          </ac:cxnSpMkLst>
        </pc:cxnChg>
      </pc:sldChg>
      <pc:sldChg chg="modSp">
        <pc:chgData name="Venkat Rakzz" userId="cbb95b7a29af6b58" providerId="Windows Live" clId="Web-{AF221A37-345B-4145-A182-9F51C63EF17C}" dt="2022-03-30T07:23:34.950" v="41" actId="14100"/>
        <pc:sldMkLst>
          <pc:docMk/>
          <pc:sldMk cId="166970246" sldId="288"/>
        </pc:sldMkLst>
        <pc:spChg chg="mod">
          <ac:chgData name="Venkat Rakzz" userId="cbb95b7a29af6b58" providerId="Windows Live" clId="Web-{AF221A37-345B-4145-A182-9F51C63EF17C}" dt="2022-03-30T07:23:34.950" v="41" actId="14100"/>
          <ac:spMkLst>
            <pc:docMk/>
            <pc:sldMk cId="166970246" sldId="288"/>
            <ac:spMk id="2" creationId="{6D79C8C1-C301-292A-DD65-C76BB9E41736}"/>
          </ac:spMkLst>
        </pc:spChg>
      </pc:sldChg>
      <pc:sldChg chg="delSp modSp add replId">
        <pc:chgData name="Venkat Rakzz" userId="cbb95b7a29af6b58" providerId="Windows Live" clId="Web-{AF221A37-345B-4145-A182-9F51C63EF17C}" dt="2022-03-30T08:21:27.729" v="373" actId="20577"/>
        <pc:sldMkLst>
          <pc:docMk/>
          <pc:sldMk cId="3346953736" sldId="290"/>
        </pc:sldMkLst>
        <pc:spChg chg="mod">
          <ac:chgData name="Venkat Rakzz" userId="cbb95b7a29af6b58" providerId="Windows Live" clId="Web-{AF221A37-345B-4145-A182-9F51C63EF17C}" dt="2022-03-30T08:17:45.302" v="252" actId="14100"/>
          <ac:spMkLst>
            <pc:docMk/>
            <pc:sldMk cId="3346953736" sldId="290"/>
            <ac:spMk id="5" creationId="{152AA2DC-C12C-8A23-2CEE-2CF5E0ED0697}"/>
          </ac:spMkLst>
        </pc:spChg>
        <pc:spChg chg="mod">
          <ac:chgData name="Venkat Rakzz" userId="cbb95b7a29af6b58" providerId="Windows Live" clId="Web-{AF221A37-345B-4145-A182-9F51C63EF17C}" dt="2022-03-30T08:18:30.334" v="271" actId="20577"/>
          <ac:spMkLst>
            <pc:docMk/>
            <pc:sldMk cId="3346953736" sldId="290"/>
            <ac:spMk id="6" creationId="{090E4842-8D65-15F2-5575-17F46B4F2C2B}"/>
          </ac:spMkLst>
        </pc:spChg>
        <pc:spChg chg="mod">
          <ac:chgData name="Venkat Rakzz" userId="cbb95b7a29af6b58" providerId="Windows Live" clId="Web-{AF221A37-345B-4145-A182-9F51C63EF17C}" dt="2022-03-30T08:18:39.944" v="280" actId="14100"/>
          <ac:spMkLst>
            <pc:docMk/>
            <pc:sldMk cId="3346953736" sldId="290"/>
            <ac:spMk id="14" creationId="{0818B4BF-9AAC-F5E5-BBB7-CBB68C512ACB}"/>
          </ac:spMkLst>
        </pc:spChg>
        <pc:spChg chg="mod">
          <ac:chgData name="Venkat Rakzz" userId="cbb95b7a29af6b58" providerId="Windows Live" clId="Web-{AF221A37-345B-4145-A182-9F51C63EF17C}" dt="2022-03-30T08:18:49.257" v="293" actId="20577"/>
          <ac:spMkLst>
            <pc:docMk/>
            <pc:sldMk cId="3346953736" sldId="290"/>
            <ac:spMk id="15" creationId="{09D3B81A-3CE7-A8BD-8172-03F1E9885204}"/>
          </ac:spMkLst>
        </pc:spChg>
        <pc:spChg chg="mod">
          <ac:chgData name="Venkat Rakzz" userId="cbb95b7a29af6b58" providerId="Windows Live" clId="Web-{AF221A37-345B-4145-A182-9F51C63EF17C}" dt="2022-03-30T08:18:58.804" v="295" actId="20577"/>
          <ac:spMkLst>
            <pc:docMk/>
            <pc:sldMk cId="3346953736" sldId="290"/>
            <ac:spMk id="18" creationId="{1DFE6C8A-AC81-7CA9-A797-4810556BF79E}"/>
          </ac:spMkLst>
        </pc:spChg>
        <pc:spChg chg="mod">
          <ac:chgData name="Venkat Rakzz" userId="cbb95b7a29af6b58" providerId="Windows Live" clId="Web-{AF221A37-345B-4145-A182-9F51C63EF17C}" dt="2022-03-30T08:19:17.070" v="300" actId="14100"/>
          <ac:spMkLst>
            <pc:docMk/>
            <pc:sldMk cId="3346953736" sldId="290"/>
            <ac:spMk id="19" creationId="{811E30A6-6E8C-38E8-7634-96DD7C3DAC7F}"/>
          </ac:spMkLst>
        </pc:spChg>
        <pc:spChg chg="mod">
          <ac:chgData name="Venkat Rakzz" userId="cbb95b7a29af6b58" providerId="Windows Live" clId="Web-{AF221A37-345B-4145-A182-9F51C63EF17C}" dt="2022-03-30T08:21:27.729" v="373" actId="20577"/>
          <ac:spMkLst>
            <pc:docMk/>
            <pc:sldMk cId="3346953736" sldId="290"/>
            <ac:spMk id="20" creationId="{9D6F13DF-4933-79D5-4276-47FDD0773E78}"/>
          </ac:spMkLst>
        </pc:spChg>
        <pc:spChg chg="mod">
          <ac:chgData name="Venkat Rakzz" userId="cbb95b7a29af6b58" providerId="Windows Live" clId="Web-{AF221A37-345B-4145-A182-9F51C63EF17C}" dt="2022-03-30T08:19:45.352" v="310" actId="14100"/>
          <ac:spMkLst>
            <pc:docMk/>
            <pc:sldMk cId="3346953736" sldId="290"/>
            <ac:spMk id="24" creationId="{0CD4DED4-3033-C887-C0DE-74E7A57978A0}"/>
          </ac:spMkLst>
        </pc:spChg>
        <pc:spChg chg="mod">
          <ac:chgData name="Venkat Rakzz" userId="cbb95b7a29af6b58" providerId="Windows Live" clId="Web-{AF221A37-345B-4145-A182-9F51C63EF17C}" dt="2022-03-30T08:21:22.151" v="366" actId="20577"/>
          <ac:spMkLst>
            <pc:docMk/>
            <pc:sldMk cId="3346953736" sldId="290"/>
            <ac:spMk id="25" creationId="{261C5FD6-41FF-F1E7-A3A0-842D6D745FB6}"/>
          </ac:spMkLst>
        </pc:spChg>
        <pc:spChg chg="del mod">
          <ac:chgData name="Venkat Rakzz" userId="cbb95b7a29af6b58" providerId="Windows Live" clId="Web-{AF221A37-345B-4145-A182-9F51C63EF17C}" dt="2022-03-30T08:17:17.958" v="241"/>
          <ac:spMkLst>
            <pc:docMk/>
            <pc:sldMk cId="3346953736" sldId="290"/>
            <ac:spMk id="34" creationId="{1A5EB195-A204-F645-47EC-23B4DF6C6C14}"/>
          </ac:spMkLst>
        </pc:spChg>
        <pc:spChg chg="del mod">
          <ac:chgData name="Venkat Rakzz" userId="cbb95b7a29af6b58" providerId="Windows Live" clId="Web-{AF221A37-345B-4145-A182-9F51C63EF17C}" dt="2022-03-30T08:18:17.912" v="260"/>
          <ac:spMkLst>
            <pc:docMk/>
            <pc:sldMk cId="3346953736" sldId="290"/>
            <ac:spMk id="35" creationId="{8A391B93-3158-C8F0-9A3E-ABE3536E767A}"/>
          </ac:spMkLst>
        </pc:spChg>
        <pc:spChg chg="mod">
          <ac:chgData name="Venkat Rakzz" userId="cbb95b7a29af6b58" providerId="Windows Live" clId="Web-{AF221A37-345B-4145-A182-9F51C63EF17C}" dt="2022-03-30T08:20:01.790" v="320" actId="14100"/>
          <ac:spMkLst>
            <pc:docMk/>
            <pc:sldMk cId="3346953736" sldId="290"/>
            <ac:spMk id="39" creationId="{1A5EB195-A204-F645-47EC-23B4DF6C6C14}"/>
          </ac:spMkLst>
        </pc:spChg>
        <pc:spChg chg="mod">
          <ac:chgData name="Venkat Rakzz" userId="cbb95b7a29af6b58" providerId="Windows Live" clId="Web-{AF221A37-345B-4145-A182-9F51C63EF17C}" dt="2022-03-30T08:20:49.275" v="352" actId="20577"/>
          <ac:spMkLst>
            <pc:docMk/>
            <pc:sldMk cId="3346953736" sldId="290"/>
            <ac:spMk id="40" creationId="{8A391B93-3158-C8F0-9A3E-ABE3536E767A}"/>
          </ac:spMkLst>
        </pc:spChg>
        <pc:spChg chg="mod">
          <ac:chgData name="Venkat Rakzz" userId="cbb95b7a29af6b58" providerId="Windows Live" clId="Web-{AF221A37-345B-4145-A182-9F51C63EF17C}" dt="2022-03-30T08:20:38.134" v="345" actId="20577"/>
          <ac:spMkLst>
            <pc:docMk/>
            <pc:sldMk cId="3346953736" sldId="290"/>
            <ac:spMk id="42" creationId="{76073DFE-1979-89F1-17EF-8C002C113AB1}"/>
          </ac:spMkLst>
        </pc:spChg>
        <pc:spChg chg="mod">
          <ac:chgData name="Venkat Rakzz" userId="cbb95b7a29af6b58" providerId="Windows Live" clId="Web-{AF221A37-345B-4145-A182-9F51C63EF17C}" dt="2022-03-30T08:21:06.166" v="360" actId="14100"/>
          <ac:spMkLst>
            <pc:docMk/>
            <pc:sldMk cId="3346953736" sldId="290"/>
            <ac:spMk id="44" creationId="{1A5EB195-A204-F645-47EC-23B4DF6C6C14}"/>
          </ac:spMkLst>
        </pc:spChg>
        <pc:spChg chg="mod">
          <ac:chgData name="Venkat Rakzz" userId="cbb95b7a29af6b58" providerId="Windows Live" clId="Web-{AF221A37-345B-4145-A182-9F51C63EF17C}" dt="2022-03-30T08:20:28.603" v="343" actId="20577"/>
          <ac:spMkLst>
            <pc:docMk/>
            <pc:sldMk cId="3346953736" sldId="290"/>
            <ac:spMk id="45" creationId="{8A391B93-3158-C8F0-9A3E-ABE3536E767A}"/>
          </ac:spMkLst>
        </pc:spChg>
      </pc:sldChg>
    </pc:docChg>
  </pc:docChgLst>
  <pc:docChgLst>
    <pc:chgData name="Venkat Rakzz" userId="cbb95b7a29af6b58" providerId="Windows Live" clId="Web-{D26F1729-818B-4764-A469-A3DBD1631369}"/>
    <pc:docChg chg="delSld modSld">
      <pc:chgData name="Venkat Rakzz" userId="cbb95b7a29af6b58" providerId="Windows Live" clId="Web-{D26F1729-818B-4764-A469-A3DBD1631369}" dt="2022-03-30T07:20:57.440" v="15"/>
      <pc:docMkLst>
        <pc:docMk/>
      </pc:docMkLst>
      <pc:sldChg chg="addSp delSp modSp">
        <pc:chgData name="Venkat Rakzz" userId="cbb95b7a29af6b58" providerId="Windows Live" clId="Web-{D26F1729-818B-4764-A469-A3DBD1631369}" dt="2022-03-30T07:19:23.813" v="11"/>
        <pc:sldMkLst>
          <pc:docMk/>
          <pc:sldMk cId="1676885948" sldId="260"/>
        </pc:sldMkLst>
        <pc:spChg chg="mod">
          <ac:chgData name="Venkat Rakzz" userId="cbb95b7a29af6b58" providerId="Windows Live" clId="Web-{D26F1729-818B-4764-A469-A3DBD1631369}" dt="2022-03-30T07:14:32.838" v="0" actId="20577"/>
          <ac:spMkLst>
            <pc:docMk/>
            <pc:sldMk cId="1676885948" sldId="260"/>
            <ac:spMk id="2" creationId="{00000000-0000-0000-0000-000000000000}"/>
          </ac:spMkLst>
        </pc:spChg>
        <pc:spChg chg="del">
          <ac:chgData name="Venkat Rakzz" userId="cbb95b7a29af6b58" providerId="Windows Live" clId="Web-{D26F1729-818B-4764-A469-A3DBD1631369}" dt="2022-03-30T07:14:53.338" v="1"/>
          <ac:spMkLst>
            <pc:docMk/>
            <pc:sldMk cId="1676885948" sldId="260"/>
            <ac:spMk id="10" creationId="{2052046E-8C4B-44AB-9375-ADB37D4C4555}"/>
          </ac:spMkLst>
        </pc:spChg>
        <pc:graphicFrameChg chg="del mod modGraphic">
          <ac:chgData name="Venkat Rakzz" userId="cbb95b7a29af6b58" providerId="Windows Live" clId="Web-{D26F1729-818B-4764-A469-A3DBD1631369}" dt="2022-03-30T07:15:02.229" v="5"/>
          <ac:graphicFrameMkLst>
            <pc:docMk/>
            <pc:sldMk cId="1676885948" sldId="260"/>
            <ac:graphicFrameMk id="4" creationId="{3BE53D40-DE12-403B-8CD8-328F49C66911}"/>
          </ac:graphicFrameMkLst>
        </pc:graphicFrameChg>
        <pc:picChg chg="add del mod">
          <ac:chgData name="Venkat Rakzz" userId="cbb95b7a29af6b58" providerId="Windows Live" clId="Web-{D26F1729-818B-4764-A469-A3DBD1631369}" dt="2022-03-30T07:19:23.813" v="11"/>
          <ac:picMkLst>
            <pc:docMk/>
            <pc:sldMk cId="1676885948" sldId="260"/>
            <ac:picMk id="3" creationId="{A6BB85AA-BC29-2B07-F526-F4355D7D4328}"/>
          </ac:picMkLst>
        </pc:picChg>
        <pc:cxnChg chg="del">
          <ac:chgData name="Venkat Rakzz" userId="cbb95b7a29af6b58" providerId="Windows Live" clId="Web-{D26F1729-818B-4764-A469-A3DBD1631369}" dt="2022-03-30T07:14:55.932" v="2"/>
          <ac:cxnSpMkLst>
            <pc:docMk/>
            <pc:sldMk cId="1676885948" sldId="260"/>
            <ac:cxnSpMk id="6" creationId="{07D806C1-A7CB-4E97-A543-5F5B5A8B516D}"/>
          </ac:cxnSpMkLst>
        </pc:cxnChg>
      </pc:sldChg>
      <pc:sldChg chg="addSp delSp modSp">
        <pc:chgData name="Venkat Rakzz" userId="cbb95b7a29af6b58" providerId="Windows Live" clId="Web-{D26F1729-818B-4764-A469-A3DBD1631369}" dt="2022-03-30T07:20:57.440" v="15"/>
        <pc:sldMkLst>
          <pc:docMk/>
          <pc:sldMk cId="1917251404" sldId="278"/>
        </pc:sldMkLst>
        <pc:spChg chg="del">
          <ac:chgData name="Venkat Rakzz" userId="cbb95b7a29af6b58" providerId="Windows Live" clId="Web-{D26F1729-818B-4764-A469-A3DBD1631369}" dt="2022-03-30T07:19:40.876" v="13"/>
          <ac:spMkLst>
            <pc:docMk/>
            <pc:sldMk cId="1917251404" sldId="278"/>
            <ac:spMk id="2" creationId="{00000000-0000-0000-0000-000000000000}"/>
          </ac:spMkLst>
        </pc:spChg>
        <pc:spChg chg="add del mod">
          <ac:chgData name="Venkat Rakzz" userId="cbb95b7a29af6b58" providerId="Windows Live" clId="Web-{D26F1729-818B-4764-A469-A3DBD1631369}" dt="2022-03-30T07:19:47.204" v="14"/>
          <ac:spMkLst>
            <pc:docMk/>
            <pc:sldMk cId="1917251404" sldId="278"/>
            <ac:spMk id="4" creationId="{DAF124E1-1C1C-7BA8-6BB2-398AD414FE35}"/>
          </ac:spMkLst>
        </pc:spChg>
        <pc:picChg chg="add mod">
          <ac:chgData name="Venkat Rakzz" userId="cbb95b7a29af6b58" providerId="Windows Live" clId="Web-{D26F1729-818B-4764-A469-A3DBD1631369}" dt="2022-03-30T07:20:57.440" v="15"/>
          <ac:picMkLst>
            <pc:docMk/>
            <pc:sldMk cId="1917251404" sldId="278"/>
            <ac:picMk id="5" creationId="{FCDE3B37-5D31-5BC4-4741-55D3D6DD1979}"/>
          </ac:picMkLst>
        </pc:picChg>
      </pc:sldChg>
      <pc:sldChg chg="del">
        <pc:chgData name="Venkat Rakzz" userId="cbb95b7a29af6b58" providerId="Windows Live" clId="Web-{D26F1729-818B-4764-A469-A3DBD1631369}" dt="2022-03-30T07:19:28.157" v="12"/>
        <pc:sldMkLst>
          <pc:docMk/>
          <pc:sldMk cId="2918643661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8C692-5CE6-0540-AC01-6407800CC529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A6E64-EA6B-144B-94DB-0E60C4F35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1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CE19CD-2A84-A345-96E6-222E4F41D16D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22335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FE51-C0F1-1D42-B73F-01C09E056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3BDE6-8AFD-BA43-8892-C61848E76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AA151-AEFE-4049-A258-77C6BC0A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0802E-607A-4749-A61F-4C33EC60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F85DE-C0B9-FE43-91C7-2864AD32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E1AD-CBAA-4848-8B6D-F630CB5C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C08F-67AF-964D-AAF9-97DF2FA0E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B1789-0EB2-9D4F-883E-9D2E70E6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52A64-4B0B-984B-B33B-94AD74A3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E82B-61DE-AB40-A6AE-48171FB2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7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6729-6AD2-2D43-BF32-7E8CE687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65BF7-5C67-2F40-9A4A-82348A2FC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DCD2F-98E6-7C43-8636-C16BAC282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9252E-FEB9-BC4F-8922-019C05DC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F5BB1-3726-6641-9F3F-FD61952E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9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1C75-D54A-F34F-90AA-C8F7E223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A77E4-0C1E-284E-8350-6B5721F5D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A4C5F-ED64-C14B-8E79-E98E9AB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D405B-3ED1-644B-881A-A904ED58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7CB19-2CC8-3E43-8735-849064AB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4952C-A5E9-8A46-9602-9EAEE2E6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9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97CC-597B-7A45-8479-B6A8D9ED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FE9AD-4AF3-CA49-8CEE-E5ECFAA97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0ACDE-ACC3-484B-8188-3344B3AA2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88EBF-F9C4-5345-891A-B8D0E9BA0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8E19B-E311-AD43-96E0-F990D73E9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7C03E-B4DC-B84B-8F32-81AD6FEF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8CCF3-6249-6B4C-9F2C-B8220B10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7DBEF-6C3E-4F49-9AA9-25F4D0ED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6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80A4-22BE-CE4B-951C-84E43A2E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EFA9F-094E-844B-B146-8018F693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FBAB-9B6B-0949-9413-A1D5C8A4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01D0C-DEDF-3241-8D56-0ED8CDAD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5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D4AEA-FB49-7B43-A8D7-6DCF73EF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AC87A-8233-904A-A4C3-21F62EFC5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4D83F-9E9B-E043-9925-EBB71DF7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7D2E-15DA-B947-92C8-70EEEE0F9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C49B2-A0AE-7645-9237-C8AF57CFA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40312-3DC8-8D47-954C-B69B786A1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1554B-7E8D-A54F-88D7-3B30BEB0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6C95B-2886-EB4E-97CA-32B86F5C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A6FED-D869-C24C-8B4D-4456F05A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3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0C29-15B3-424F-A769-6E769220E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F0A53-30F9-4F42-B64F-B1966DFA3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56C46-EF1B-1044-B8AE-83D3BD05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06D8C-0F07-DF4C-9B42-7064FE34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D546B-1409-A546-9DFF-21B5927D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77FE8-33EA-534A-877C-6CE61FA8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0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5113-E3D8-E842-959C-CF47E210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52F2F-3041-7745-BDA1-2799FA03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B9BE6-ADE0-C14E-BFC4-211E7F3F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CB5B5-61B2-6641-A7FE-0503903E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AA36F-D4C5-D94B-8C7C-512C1797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0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92F32-EECC-6448-910E-1CB6BB32F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55B58-155A-A745-86A5-20ECD92BE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7ABDB-F7F7-874C-85C4-6D6BEDBA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21BF4-A480-E54F-9C7F-1BF4FACD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0CDB-457D-2048-AE68-D461B472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12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10">
            <a:extLst>
              <a:ext uri="{FF2B5EF4-FFF2-40B4-BE49-F238E27FC236}">
                <a16:creationId xmlns:a16="http://schemas.microsoft.com/office/drawing/2014/main" id="{81B15575-45F3-B945-95AE-F5EA7EEB2382}"/>
              </a:ext>
            </a:extLst>
          </p:cNvPr>
          <p:cNvSpPr/>
          <p:nvPr userDrawn="1"/>
        </p:nvSpPr>
        <p:spPr>
          <a:xfrm>
            <a:off x="3870251" y="0"/>
            <a:ext cx="8321749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E4161-4A00-5044-9128-8CF67E3115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49165" y="5940036"/>
            <a:ext cx="3061754" cy="493831"/>
          </a:xfrm>
          <a:prstGeom prst="rect">
            <a:avLst/>
          </a:prstGeom>
        </p:spPr>
      </p:pic>
      <p:sp>
        <p:nvSpPr>
          <p:cNvPr id="15" name="Title 7"/>
          <p:cNvSpPr>
            <a:spLocks noGrp="1"/>
          </p:cNvSpPr>
          <p:nvPr>
            <p:ph type="title" hasCustomPrompt="1"/>
          </p:nvPr>
        </p:nvSpPr>
        <p:spPr>
          <a:xfrm>
            <a:off x="4852727" y="1392762"/>
            <a:ext cx="6304549" cy="171677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 algn="ctr">
              <a:defRPr lang="uk-UA" sz="5867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pl-PL"/>
              <a:t>Presentation t</a:t>
            </a:r>
            <a:r>
              <a:rPr lang="en-US" err="1"/>
              <a:t>itle</a:t>
            </a:r>
            <a:r>
              <a:rPr lang="en-US"/>
              <a:t> </a:t>
            </a:r>
            <a:br>
              <a:rPr lang="en-US"/>
            </a:br>
            <a:r>
              <a:rPr lang="en-US"/>
              <a:t>goes here</a:t>
            </a:r>
            <a:endParaRPr lang="uk-UA"/>
          </a:p>
        </p:txBody>
      </p:sp>
      <p:sp>
        <p:nvSpPr>
          <p:cNvPr id="21" name="Symbol zastępczy tekstu 20"/>
          <p:cNvSpPr>
            <a:spLocks noGrp="1"/>
          </p:cNvSpPr>
          <p:nvPr>
            <p:ph type="body" sz="quarter" idx="13" hasCustomPrompt="1"/>
          </p:nvPr>
        </p:nvSpPr>
        <p:spPr>
          <a:xfrm>
            <a:off x="6316701" y="3628193"/>
            <a:ext cx="3304117" cy="1411816"/>
          </a:xfrm>
          <a:prstGeom prst="rect">
            <a:avLst/>
          </a:prstGeom>
        </p:spPr>
        <p:txBody>
          <a:bodyPr lIns="90704" tIns="45352" rIns="90704" bIns="45352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  <a:lvl2pPr marL="453541" indent="0">
              <a:buFontTx/>
              <a:buNone/>
              <a:defRPr sz="2933" baseline="0">
                <a:solidFill>
                  <a:schemeClr val="tx2"/>
                </a:solidFill>
              </a:defRPr>
            </a:lvl2pPr>
            <a:lvl3pPr marL="907083" indent="0">
              <a:buFontTx/>
              <a:buNone/>
              <a:defRPr sz="2933" baseline="0">
                <a:solidFill>
                  <a:schemeClr val="tx2"/>
                </a:solidFill>
              </a:defRPr>
            </a:lvl3pPr>
            <a:lvl4pPr marL="1360625" indent="0">
              <a:buFontTx/>
              <a:buNone/>
              <a:defRPr sz="2933" baseline="0">
                <a:solidFill>
                  <a:schemeClr val="tx2"/>
                </a:solidFill>
              </a:defRPr>
            </a:lvl4pPr>
            <a:lvl5pPr marL="1814167" indent="0">
              <a:buFontTx/>
              <a:buNone/>
              <a:defRPr sz="2933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 err="1"/>
              <a:t>Date</a:t>
            </a:r>
            <a:r>
              <a:rPr lang="pl-PL"/>
              <a:t> </a:t>
            </a:r>
            <a:r>
              <a:rPr lang="pl-PL" err="1"/>
              <a:t>goes</a:t>
            </a:r>
            <a:r>
              <a:rPr lang="pl-PL"/>
              <a:t> </a:t>
            </a:r>
            <a:r>
              <a:rPr lang="pl-PL" err="1"/>
              <a:t>here</a:t>
            </a:r>
            <a:endParaRPr lang="pl-PL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2A9AAEC-2B60-954B-96DD-3A14026F32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870325" cy="6858000"/>
          </a:xfrm>
          <a:prstGeom prst="rect">
            <a:avLst/>
          </a:prstGeom>
        </p:spPr>
        <p:txBody>
          <a:bodyPr lIns="90704" tIns="45352" rIns="90704" bIns="45352"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05941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7">
            <a:extLst>
              <a:ext uri="{FF2B5EF4-FFF2-40B4-BE49-F238E27FC236}">
                <a16:creationId xmlns:a16="http://schemas.microsoft.com/office/drawing/2014/main" id="{DCB63A60-0A2F-DB4D-B049-C7C4FF8ED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397" y="546557"/>
            <a:ext cx="10645935" cy="50708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>
              <a:defRPr lang="uk-UA" sz="30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en-US"/>
              <a:t>Title goes here</a:t>
            </a:r>
            <a:endParaRPr lang="uk-UA"/>
          </a:p>
        </p:txBody>
      </p:sp>
      <p:cxnSp>
        <p:nvCxnSpPr>
          <p:cNvPr id="13" name="Straight Connector 1">
            <a:extLst>
              <a:ext uri="{FF2B5EF4-FFF2-40B4-BE49-F238E27FC236}">
                <a16:creationId xmlns:a16="http://schemas.microsoft.com/office/drawing/2014/main" id="{CACEC802-F2DC-9F49-B96D-08F142BA932A}"/>
              </a:ext>
            </a:extLst>
          </p:cNvPr>
          <p:cNvCxnSpPr/>
          <p:nvPr userDrawn="1"/>
        </p:nvCxnSpPr>
        <p:spPr>
          <a:xfrm>
            <a:off x="469901" y="457200"/>
            <a:ext cx="0" cy="6858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4">
            <a:extLst>
              <a:ext uri="{FF2B5EF4-FFF2-40B4-BE49-F238E27FC236}">
                <a16:creationId xmlns:a16="http://schemas.microsoft.com/office/drawing/2014/main" id="{53F1C73B-9C31-DB47-9899-36D06AE8543C}"/>
              </a:ext>
            </a:extLst>
          </p:cNvPr>
          <p:cNvCxnSpPr/>
          <p:nvPr userDrawn="1"/>
        </p:nvCxnSpPr>
        <p:spPr>
          <a:xfrm>
            <a:off x="469901" y="6124657"/>
            <a:ext cx="0" cy="4953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5F9D735-6908-534F-80BC-360625B39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053" y="6124657"/>
            <a:ext cx="1604152" cy="483664"/>
          </a:xfrm>
          <a:prstGeom prst="rect">
            <a:avLst/>
          </a:prstGeom>
        </p:spPr>
      </p:pic>
      <p:sp>
        <p:nvSpPr>
          <p:cNvPr id="21" name="Prostokąt 6">
            <a:extLst>
              <a:ext uri="{FF2B5EF4-FFF2-40B4-BE49-F238E27FC236}">
                <a16:creationId xmlns:a16="http://schemas.microsoft.com/office/drawing/2014/main" id="{53E3127C-A33F-8C40-A146-CFE425A7D5CC}"/>
              </a:ext>
            </a:extLst>
          </p:cNvPr>
          <p:cNvSpPr/>
          <p:nvPr userDrawn="1"/>
        </p:nvSpPr>
        <p:spPr>
          <a:xfrm>
            <a:off x="11718789" y="0"/>
            <a:ext cx="473211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22" name="Obraz 9">
            <a:extLst>
              <a:ext uri="{FF2B5EF4-FFF2-40B4-BE49-F238E27FC236}">
                <a16:creationId xmlns:a16="http://schemas.microsoft.com/office/drawing/2014/main" id="{EB4B66BA-85FB-2740-B8B5-E4B5CD2A30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730" y="200665"/>
            <a:ext cx="342333" cy="37714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61A9943-D89F-864D-B1A2-49D9072963BA}"/>
              </a:ext>
            </a:extLst>
          </p:cNvPr>
          <p:cNvSpPr/>
          <p:nvPr userDrawn="1"/>
        </p:nvSpPr>
        <p:spPr>
          <a:xfrm>
            <a:off x="11770366" y="6354321"/>
            <a:ext cx="404248" cy="348383"/>
          </a:xfrm>
          <a:prstGeom prst="rect">
            <a:avLst/>
          </a:prstGeom>
        </p:spPr>
        <p:txBody>
          <a:bodyPr wrap="none" lIns="60469" tIns="30235" rIns="60469" bIns="30235">
            <a:spAutoFit/>
          </a:bodyPr>
          <a:lstStyle/>
          <a:p>
            <a:fld id="{E5B4EB64-54DE-40F8-9354-51A55C032A93}" type="slidenum">
              <a:rPr lang="pl-PL" sz="1867" b="1" smtClean="0">
                <a:solidFill>
                  <a:schemeClr val="bg1"/>
                </a:solidFill>
              </a:rPr>
              <a:pPr/>
              <a:t>‹#›</a:t>
            </a:fld>
            <a:endParaRPr lang="pl-PL" sz="1200"/>
          </a:p>
        </p:txBody>
      </p:sp>
    </p:spTree>
    <p:extLst>
      <p:ext uri="{BB962C8B-B14F-4D97-AF65-F5344CB8AC3E}">
        <p14:creationId xmlns:p14="http://schemas.microsoft.com/office/powerpoint/2010/main" val="20543448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rostokąt 10">
            <a:extLst>
              <a:ext uri="{FF2B5EF4-FFF2-40B4-BE49-F238E27FC236}">
                <a16:creationId xmlns:a16="http://schemas.microsoft.com/office/drawing/2014/main" id="{8B9F059C-04F3-8746-914A-2F23F849AB26}"/>
              </a:ext>
            </a:extLst>
          </p:cNvPr>
          <p:cNvSpPr/>
          <p:nvPr/>
        </p:nvSpPr>
        <p:spPr>
          <a:xfrm>
            <a:off x="1" y="0"/>
            <a:ext cx="7088373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sp>
        <p:nvSpPr>
          <p:cNvPr id="34" name="Picture Placeholder 38">
            <a:extLst>
              <a:ext uri="{FF2B5EF4-FFF2-40B4-BE49-F238E27FC236}">
                <a16:creationId xmlns:a16="http://schemas.microsoft.com/office/drawing/2014/main" id="{C3DEE2CE-5ADA-914A-A6D4-402AC05FF6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88372" y="0"/>
            <a:ext cx="5103629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pl-PL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D5E7584-F5F1-A84A-8BA2-03533636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72" y="5130009"/>
            <a:ext cx="3816431" cy="615554"/>
          </a:xfrm>
          <a:prstGeom prst="rect">
            <a:avLst/>
          </a:prstGeom>
        </p:spPr>
      </p:pic>
      <p:sp>
        <p:nvSpPr>
          <p:cNvPr id="28" name="pole tekstowe 1">
            <a:extLst>
              <a:ext uri="{FF2B5EF4-FFF2-40B4-BE49-F238E27FC236}">
                <a16:creationId xmlns:a16="http://schemas.microsoft.com/office/drawing/2014/main" id="{1EBCD86C-CC45-DE44-BB25-964DCBBDDEA4}"/>
              </a:ext>
            </a:extLst>
          </p:cNvPr>
          <p:cNvSpPr txBox="1"/>
          <p:nvPr/>
        </p:nvSpPr>
        <p:spPr>
          <a:xfrm>
            <a:off x="2125234" y="1944817"/>
            <a:ext cx="3303045" cy="738169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+mj-lt"/>
              </a:rPr>
              <a:t>Thank you</a:t>
            </a:r>
            <a:endParaRPr lang="pl-PL" sz="4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pole tekstowe 1">
            <a:extLst>
              <a:ext uri="{FF2B5EF4-FFF2-40B4-BE49-F238E27FC236}">
                <a16:creationId xmlns:a16="http://schemas.microsoft.com/office/drawing/2014/main" id="{C8ECBCAB-DBDC-2F41-A995-8A39A948BEC0}"/>
              </a:ext>
            </a:extLst>
          </p:cNvPr>
          <p:cNvSpPr txBox="1"/>
          <p:nvPr/>
        </p:nvSpPr>
        <p:spPr>
          <a:xfrm>
            <a:off x="2141543" y="2565005"/>
            <a:ext cx="3779161" cy="604927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pl-PL" sz="3534">
                <a:solidFill>
                  <a:schemeClr val="bg1"/>
                </a:solidFill>
              </a:rPr>
              <a:t>for </a:t>
            </a:r>
            <a:r>
              <a:rPr lang="pl-PL" sz="3534" err="1">
                <a:solidFill>
                  <a:schemeClr val="bg1"/>
                </a:solidFill>
              </a:rPr>
              <a:t>your</a:t>
            </a:r>
            <a:r>
              <a:rPr lang="pl-PL" sz="3534">
                <a:solidFill>
                  <a:schemeClr val="bg1"/>
                </a:solidFill>
              </a:rPr>
              <a:t> </a:t>
            </a:r>
            <a:r>
              <a:rPr lang="pl-PL" sz="3534" err="1">
                <a:solidFill>
                  <a:schemeClr val="bg1"/>
                </a:solidFill>
              </a:rPr>
              <a:t>time</a:t>
            </a:r>
            <a:endParaRPr lang="pl-PL" sz="3534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87458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A714-2835-4A48-BCC2-C29C0BC5F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11406-C609-4B81-B74D-427141F195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95E70-5074-44A3-8B53-F3F108C6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C52B9-772F-4049-ACA7-65720A66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791CE-744A-41EE-8633-68D7D2FC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736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38DA0-B406-4498-9A8E-A790135D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B096F-C57B-4530-80D2-8F58EF78B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C433D-FE14-4137-953E-50A3B9F2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8F154-F7B0-4986-9CA3-ED8317F3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D5D86-BBBC-427A-BAF7-9C7C5388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1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88DB-B53C-4B4A-8DC4-F111B8A1E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B02C7-13A8-4A8B-AEA5-B28C117BC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8D4FE-782B-4C64-B6DD-99E70C6D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13E1C-9157-4E47-9451-8CE6DFF6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AF269-2CFC-4481-8FE8-0F1EFF57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24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49EE-3B59-4F5F-8086-75CD32707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144AC-1BEA-48A5-8DF9-8DA730900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B5BA7-6B21-4BA2-BC0A-9B1B7F264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AA842-7A98-4ACF-9DE7-187DA01E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C8B99-532C-41EA-833A-C90F25BAB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84B4D-0DCF-4954-9FA5-E2AB4FE3B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174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6572D-ECDC-4670-AD96-4F570265A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FC1AC-A7F5-4952-B13B-697324CCA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6D54-D2F2-4DA8-81DC-B88F67C5B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84E9D-B094-45FD-8D3B-E1B7BAAA8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E6CC8-474C-491F-83D0-5AB4A7A3B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68F05-C55A-498C-9397-CE223842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FAAA4A-0C5A-463B-9DB2-19637204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847B54-08DA-466D-9D22-29307B808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51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5A84-6DD9-4DFE-8D01-C0BD509E1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FE369-C4F4-48A3-BAA2-BA2A3558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2F975-1EEB-44C2-87A7-DDB95EB89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3CA3E-5B74-4D5B-BF59-EAA7AB89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79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7A9B8-3CC6-4A30-845E-AD95B81D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2D6D3-00CB-49BC-87BA-424808921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CF291-C6E2-4CF1-B8FD-8729FDEE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06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837E-3658-423D-AAB0-EDE686C6F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DC390-49EB-4CE9-ACDA-8A1DF96F6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5A70E-A4C8-4E27-84E8-6AA062988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C88A6-B9F2-41D2-AB95-0443A0B5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B77FB-94DE-4F65-8EDF-EAB096D0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CB576-2092-4839-B4B8-BB0D272D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731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FD19-A425-4758-BACC-759FD506B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5E4433-5522-4D28-9332-3D09767B1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D6767D-A22F-477D-8221-2C4D97F3D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73B46-9D28-4E8C-B0AA-7642DB9A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D4D31-AD67-4074-9B00-F2F0FE17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CCC66-62AC-4E81-B8E4-D0C6DC30E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681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C4C2-7686-4440-90A3-BFF5DDFC2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3B3A6-6C49-47BA-8C8C-6E6E82DC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DF99D-BCF5-4FCC-B806-8F4AB4EA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092FE-1086-4E42-B3B7-80B598EF9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BA2A7-6D53-41DB-B52E-939B28D9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420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B6A2DF-C98E-4E86-B9BA-B8FC92033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CE3061-2DAD-433C-8EE4-DF56A8E04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5D294-FC22-4AAA-BA3C-58230801C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533E-0F61-47D6-BCB3-8A2CCAC03F7C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A5ECB-A95F-428B-969C-37A21A5B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22BE-6381-4D93-A216-BA7A6437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89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4BE92-389B-0341-B6CB-DFC753196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CFD36-B6E1-3D46-871A-AE04116A7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4BFA8-1493-1B43-A896-2DD3D63C9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69190-6A13-034E-92A6-8400565D510F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602DB-A231-A441-8A07-2D9F5DA83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0E97-533E-584C-B315-8B57D7564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66C712-857C-479F-92E4-40B878C7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D3F63-14C7-4531-8378-1960A9B8E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AFB6F-F146-4F56-92FD-AB7494471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8533E-0F61-47D6-BCB3-8A2CCAC03F7C}" type="datetimeFigureOut">
              <a:rPr lang="en-US" smtClean="0"/>
              <a:t>3/30/2022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54628-9295-4774-99A6-984D00D18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421E7-D771-4211-94E2-4832E0129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95D5F-7F3C-49FD-91C0-476A8887D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42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mailto:sandhiya.sakthivel@aspiresystems.biz" TargetMode="External"/><Relationship Id="rId3" Type="http://schemas.openxmlformats.org/officeDocument/2006/relationships/hyperlink" Target="mailto:gowtham.raghavan@aspiresystems.biz" TargetMode="External"/><Relationship Id="rId7" Type="http://schemas.openxmlformats.org/officeDocument/2006/relationships/hyperlink" Target="mailto:venkatesh.malai@aspiresystems.biz" TargetMode="External"/><Relationship Id="rId12" Type="http://schemas.openxmlformats.org/officeDocument/2006/relationships/hyperlink" Target="mailto:irfan.sadiq@aspiresystems.biz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6" Type="http://schemas.openxmlformats.org/officeDocument/2006/relationships/hyperlink" Target="mailto:ponvizhi.uday@aspiresystems.biz" TargetMode="External"/><Relationship Id="rId11" Type="http://schemas.openxmlformats.org/officeDocument/2006/relationships/hyperlink" Target="mailto:sriram.manis@aspiresystems.biz" TargetMode="External"/><Relationship Id="rId5" Type="http://schemas.openxmlformats.org/officeDocument/2006/relationships/hyperlink" Target="mailto:girish.ravi@aspiresystems.biz" TargetMode="External"/><Relationship Id="rId10" Type="http://schemas.openxmlformats.org/officeDocument/2006/relationships/hyperlink" Target="mailto:Ranjith.ramasamy@aspiresystems.biz" TargetMode="External"/><Relationship Id="rId4" Type="http://schemas.openxmlformats.org/officeDocument/2006/relationships/hyperlink" Target="mailto:manimaran.venkat@aspiresystems.biz" TargetMode="External"/><Relationship Id="rId9" Type="http://schemas.openxmlformats.org/officeDocument/2006/relationships/hyperlink" Target="mailto:pooja.Sakthivel@aspiresystems.biz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9D4C6A2-4704-483C-8547-C1FE9EFC822A}"/>
              </a:ext>
            </a:extLst>
          </p:cNvPr>
          <p:cNvSpPr/>
          <p:nvPr/>
        </p:nvSpPr>
        <p:spPr>
          <a:xfrm rot="5400000">
            <a:off x="6004965" y="541493"/>
            <a:ext cx="6857999" cy="5775016"/>
          </a:xfrm>
          <a:prstGeom prst="rect">
            <a:avLst/>
          </a:prstGeom>
          <a:solidFill>
            <a:srgbClr val="855A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7F5B049-A841-4C9F-8C26-26BD2A3EE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459" y="5365019"/>
            <a:ext cx="3738078" cy="128151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B29CE65-7EF9-42B9-A7AE-8FD3F3896D7F}"/>
              </a:ext>
            </a:extLst>
          </p:cNvPr>
          <p:cNvSpPr txBox="1"/>
          <p:nvPr/>
        </p:nvSpPr>
        <p:spPr>
          <a:xfrm>
            <a:off x="7250464" y="865848"/>
            <a:ext cx="4361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43676789-A9FA-1E76-46EE-BB05CB6B1794}"/>
              </a:ext>
            </a:extLst>
          </p:cNvPr>
          <p:cNvSpPr txBox="1"/>
          <p:nvPr/>
        </p:nvSpPr>
        <p:spPr>
          <a:xfrm>
            <a:off x="7250463" y="916089"/>
            <a:ext cx="4565779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solidFill>
                  <a:schemeClr val="bg1"/>
                </a:solidFill>
              </a:rPr>
              <a:t>TEAM AURORA</a:t>
            </a:r>
            <a:endParaRPr lang="en-US" sz="3200">
              <a:solidFill>
                <a:schemeClr val="bg1"/>
              </a:solidFill>
              <a:cs typeface="Calibri"/>
            </a:endParaRPr>
          </a:p>
          <a:p>
            <a:pPr algn="ctr"/>
            <a:r>
              <a:rPr lang="en-US" sz="2000">
                <a:solidFill>
                  <a:schemeClr val="bg1"/>
                </a:solidFill>
              </a:rPr>
              <a:t>“None of us is as smart as all of us”</a:t>
            </a:r>
            <a:endParaRPr lang="en-US" sz="2000">
              <a:solidFill>
                <a:schemeClr val="bg1"/>
              </a:solidFill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4BDC44-DD1E-ED3B-C890-AA5FFCF29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09130"/>
              </p:ext>
            </p:extLst>
          </p:nvPr>
        </p:nvGraphicFramePr>
        <p:xfrm>
          <a:off x="1" y="6874"/>
          <a:ext cx="2225310" cy="365760"/>
        </p:xfrm>
        <a:graphic>
          <a:graphicData uri="http://schemas.openxmlformats.org/drawingml/2006/table">
            <a:tbl>
              <a:tblPr/>
              <a:tblGrid>
                <a:gridCol w="2225310">
                  <a:extLst>
                    <a:ext uri="{9D8B030D-6E8A-4147-A177-3AD203B41FA5}">
                      <a16:colId xmlns:a16="http://schemas.microsoft.com/office/drawing/2014/main" val="3470225184"/>
                    </a:ext>
                  </a:extLst>
                </a:gridCol>
              </a:tblGrid>
              <a:tr h="33177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/>
                          </a:solidFill>
                        </a:rPr>
                        <a:t>TEAM MEMBERS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855A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7757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990C3EB-E65B-27DB-3993-26CB4E1A8397}"/>
              </a:ext>
            </a:extLst>
          </p:cNvPr>
          <p:cNvSpPr txBox="1"/>
          <p:nvPr/>
        </p:nvSpPr>
        <p:spPr>
          <a:xfrm>
            <a:off x="865" y="1620116"/>
            <a:ext cx="618951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ea typeface="+mn-lt"/>
                <a:cs typeface="+mn-lt"/>
              </a:rPr>
              <a:t>  </a:t>
            </a:r>
            <a:r>
              <a:rPr lang="en-US" err="1">
                <a:latin typeface="Times New Roman"/>
                <a:ea typeface="+mn-lt"/>
                <a:cs typeface="+mn-lt"/>
              </a:rPr>
              <a:t>Gowtham.R</a:t>
            </a:r>
            <a:r>
              <a:rPr lang="en-US">
                <a:latin typeface="Times New Roman"/>
                <a:ea typeface="+mn-lt"/>
                <a:cs typeface="+mn-lt"/>
              </a:rPr>
              <a:t>-  </a:t>
            </a:r>
            <a:r>
              <a:rPr lang="en-US">
                <a:latin typeface="Times New Roman"/>
                <a:ea typeface="+mn-lt"/>
                <a:cs typeface="+mn-lt"/>
                <a:hlinkClick r:id="rId3"/>
              </a:rPr>
              <a:t>gowtham.raghavan@aspiresystems.biz</a:t>
            </a:r>
            <a:endParaRPr lang="en-US">
              <a:latin typeface="Times New Roman"/>
              <a:ea typeface="+mn-lt"/>
              <a:cs typeface="+mn-lt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  </a:t>
            </a:r>
            <a:r>
              <a:rPr lang="en-US" err="1">
                <a:latin typeface="Times New Roman"/>
                <a:ea typeface="+mn-lt"/>
                <a:cs typeface="+mn-lt"/>
              </a:rPr>
              <a:t>Manimaran.V</a:t>
            </a:r>
            <a:r>
              <a:rPr lang="en-US">
                <a:latin typeface="Times New Roman"/>
                <a:ea typeface="+mn-lt"/>
                <a:cs typeface="+mn-lt"/>
              </a:rPr>
              <a:t> – </a:t>
            </a:r>
            <a:r>
              <a:rPr lang="en-US">
                <a:latin typeface="Times New Roman"/>
                <a:ea typeface="+mn-lt"/>
                <a:cs typeface="+mn-lt"/>
                <a:hlinkClick r:id="rId4"/>
              </a:rPr>
              <a:t>manimaran.venkat@aspiresystems.biz</a:t>
            </a:r>
            <a:endParaRPr lang="en-US">
              <a:latin typeface="Times New Roman"/>
              <a:ea typeface="+mn-lt"/>
              <a:cs typeface="+mn-lt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  </a:t>
            </a:r>
            <a:r>
              <a:rPr lang="en-US" err="1">
                <a:latin typeface="Times New Roman"/>
                <a:ea typeface="+mn-lt"/>
                <a:cs typeface="+mn-lt"/>
              </a:rPr>
              <a:t>Girishkumar</a:t>
            </a:r>
            <a:r>
              <a:rPr lang="en-US">
                <a:latin typeface="Times New Roman"/>
                <a:ea typeface="+mn-lt"/>
                <a:cs typeface="+mn-lt"/>
              </a:rPr>
              <a:t> .R– </a:t>
            </a:r>
            <a:r>
              <a:rPr lang="en-US">
                <a:latin typeface="Times New Roman"/>
                <a:ea typeface="+mn-lt"/>
                <a:cs typeface="+mn-lt"/>
                <a:hlinkClick r:id="rId5"/>
              </a:rPr>
              <a:t>girish.ravi@aspiresystems.biz</a:t>
            </a:r>
            <a:endParaRPr lang="en-US">
              <a:latin typeface="Times New Roman"/>
              <a:ea typeface="+mn-lt"/>
              <a:cs typeface="+mn-lt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  Ponvizhi .U- </a:t>
            </a:r>
            <a:r>
              <a:rPr lang="en-US">
                <a:latin typeface="Times New Roman"/>
                <a:ea typeface="+mn-lt"/>
                <a:cs typeface="+mn-lt"/>
                <a:hlinkClick r:id="rId6"/>
              </a:rPr>
              <a:t>ponvizhi.uday@aspiresystems.biz</a:t>
            </a:r>
            <a:endParaRPr lang="en-US">
              <a:latin typeface="Times New Roman"/>
              <a:ea typeface="+mn-lt"/>
              <a:cs typeface="+mn-lt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  </a:t>
            </a:r>
            <a:r>
              <a:rPr lang="en-US" err="1">
                <a:latin typeface="Times New Roman"/>
                <a:ea typeface="+mn-lt"/>
                <a:cs typeface="+mn-lt"/>
              </a:rPr>
              <a:t>Venkateshwaran.M</a:t>
            </a:r>
            <a:r>
              <a:rPr lang="en-US">
                <a:latin typeface="Times New Roman"/>
                <a:ea typeface="+mn-lt"/>
                <a:cs typeface="+mn-lt"/>
              </a:rPr>
              <a:t> – </a:t>
            </a:r>
            <a:r>
              <a:rPr lang="en-US">
                <a:latin typeface="Times New Roman"/>
                <a:ea typeface="+mn-lt"/>
                <a:cs typeface="+mn-lt"/>
                <a:hlinkClick r:id="rId7"/>
              </a:rPr>
              <a:t>venkatesh.malai@aspiresystems.biz</a:t>
            </a:r>
            <a:endParaRPr lang="en-US">
              <a:latin typeface="Times New Roman"/>
              <a:ea typeface="+mn-lt"/>
              <a:cs typeface="+mn-lt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  </a:t>
            </a:r>
            <a:r>
              <a:rPr lang="en-US" err="1">
                <a:latin typeface="Times New Roman"/>
                <a:ea typeface="+mn-lt"/>
                <a:cs typeface="+mn-lt"/>
              </a:rPr>
              <a:t>Sandhya.S</a:t>
            </a:r>
            <a:r>
              <a:rPr lang="en-US">
                <a:latin typeface="Times New Roman"/>
                <a:ea typeface="+mn-lt"/>
                <a:cs typeface="+mn-lt"/>
              </a:rPr>
              <a:t> – </a:t>
            </a:r>
            <a:r>
              <a:rPr lang="en-US">
                <a:latin typeface="Times New Roman"/>
                <a:ea typeface="+mn-lt"/>
                <a:cs typeface="+mn-lt"/>
                <a:hlinkClick r:id="rId8"/>
              </a:rPr>
              <a:t>sandhiya.sakthivel@aspiresystems.biz</a:t>
            </a:r>
            <a:endParaRPr lang="en-US">
              <a:latin typeface="Times New Roman"/>
              <a:ea typeface="+mn-lt"/>
              <a:cs typeface="+mn-lt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  </a:t>
            </a:r>
            <a:r>
              <a:rPr lang="en-US" err="1">
                <a:latin typeface="Times New Roman"/>
                <a:ea typeface="+mn-lt"/>
                <a:cs typeface="+mn-lt"/>
              </a:rPr>
              <a:t>Pooja.S</a:t>
            </a:r>
            <a:r>
              <a:rPr lang="en-US">
                <a:latin typeface="Times New Roman"/>
                <a:ea typeface="+mn-lt"/>
                <a:cs typeface="+mn-lt"/>
              </a:rPr>
              <a:t> – </a:t>
            </a:r>
            <a:r>
              <a:rPr lang="en-US">
                <a:latin typeface="Times New Roman"/>
                <a:ea typeface="+mn-lt"/>
                <a:cs typeface="+mn-lt"/>
                <a:hlinkClick r:id="rId9"/>
              </a:rPr>
              <a:t>pooja.Sakthivel@aspiresystems.biz</a:t>
            </a:r>
            <a:endParaRPr lang="en-US">
              <a:latin typeface="Times New Roman"/>
              <a:ea typeface="+mn-lt"/>
              <a:cs typeface="+mn-lt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  </a:t>
            </a:r>
            <a:r>
              <a:rPr lang="en-US" err="1">
                <a:latin typeface="Times New Roman"/>
                <a:ea typeface="+mn-lt"/>
                <a:cs typeface="+mn-lt"/>
              </a:rPr>
              <a:t>Ranjith.R</a:t>
            </a:r>
            <a:r>
              <a:rPr lang="en-US">
                <a:latin typeface="Times New Roman"/>
                <a:ea typeface="+mn-lt"/>
                <a:cs typeface="+mn-lt"/>
              </a:rPr>
              <a:t> – </a:t>
            </a:r>
            <a:r>
              <a:rPr lang="en-US">
                <a:latin typeface="Times New Roman"/>
                <a:ea typeface="+mn-lt"/>
                <a:cs typeface="+mn-lt"/>
                <a:hlinkClick r:id="rId10"/>
              </a:rPr>
              <a:t>Ranjith.ramasamy@aspiresystems.biz</a:t>
            </a:r>
            <a:endParaRPr lang="en-US">
              <a:latin typeface="Times New Roman"/>
              <a:ea typeface="+mn-lt"/>
              <a:cs typeface="+mn-lt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  </a:t>
            </a:r>
            <a:r>
              <a:rPr lang="en-US" err="1">
                <a:latin typeface="Times New Roman"/>
                <a:ea typeface="+mn-lt"/>
                <a:cs typeface="+mn-lt"/>
              </a:rPr>
              <a:t>Sriram.M</a:t>
            </a:r>
            <a:r>
              <a:rPr lang="en-US">
                <a:latin typeface="Times New Roman"/>
                <a:ea typeface="+mn-lt"/>
                <a:cs typeface="+mn-lt"/>
              </a:rPr>
              <a:t>– </a:t>
            </a:r>
            <a:r>
              <a:rPr lang="en-US">
                <a:latin typeface="Times New Roman"/>
                <a:ea typeface="+mn-lt"/>
                <a:cs typeface="+mn-lt"/>
                <a:hlinkClick r:id="rId11"/>
              </a:rPr>
              <a:t>sriram.manis@aspiresystems.biz</a:t>
            </a:r>
            <a:endParaRPr lang="en-US">
              <a:latin typeface="Times New Roman"/>
              <a:ea typeface="+mn-lt"/>
              <a:cs typeface="+mn-lt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  Mohammed </a:t>
            </a:r>
            <a:r>
              <a:rPr lang="en-US" err="1">
                <a:latin typeface="Times New Roman"/>
                <a:ea typeface="+mn-lt"/>
                <a:cs typeface="+mn-lt"/>
              </a:rPr>
              <a:t>Irfan.S</a:t>
            </a:r>
            <a:r>
              <a:rPr lang="en-US">
                <a:latin typeface="Times New Roman"/>
                <a:ea typeface="+mn-lt"/>
                <a:cs typeface="+mn-lt"/>
              </a:rPr>
              <a:t> - </a:t>
            </a:r>
            <a:r>
              <a:rPr lang="en-US">
                <a:latin typeface="Times New Roman"/>
                <a:ea typeface="+mn-lt"/>
                <a:cs typeface="+mn-lt"/>
                <a:hlinkClick r:id="rId12"/>
              </a:rPr>
              <a:t>irfan.sadiq@aspiresystems.biz</a:t>
            </a:r>
            <a:endParaRPr lang="en-US">
              <a:latin typeface="Times New Roman"/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pPr algn="l"/>
            <a:endParaRPr lang="en-US"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54F456-DB9E-733A-9E62-45242186CCD2}"/>
              </a:ext>
            </a:extLst>
          </p:cNvPr>
          <p:cNvSpPr txBox="1"/>
          <p:nvPr/>
        </p:nvSpPr>
        <p:spPr>
          <a:xfrm>
            <a:off x="1243446" y="871105"/>
            <a:ext cx="37649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    </a:t>
            </a:r>
            <a:r>
              <a:rPr lang="en-US" b="1">
                <a:solidFill>
                  <a:srgbClr val="855AA6"/>
                </a:solidFill>
              </a:rPr>
              <a:t>MEMBERS OF TEAM AURORA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9C8C1-C301-292A-DD65-C76BB9E41736}"/>
              </a:ext>
            </a:extLst>
          </p:cNvPr>
          <p:cNvSpPr txBox="1"/>
          <p:nvPr/>
        </p:nvSpPr>
        <p:spPr>
          <a:xfrm>
            <a:off x="7221532" y="3174271"/>
            <a:ext cx="466671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chemeClr val="bg1"/>
                </a:solidFill>
                <a:cs typeface="Calibri"/>
              </a:rPr>
              <a:t>DATA MODEL FOR IRCTC</a:t>
            </a:r>
          </a:p>
        </p:txBody>
      </p:sp>
    </p:spTree>
    <p:extLst>
      <p:ext uri="{BB962C8B-B14F-4D97-AF65-F5344CB8AC3E}">
        <p14:creationId xmlns:p14="http://schemas.microsoft.com/office/powerpoint/2010/main" val="166970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8FB0418-E780-EE4D-BEE1-3E357C171D43}"/>
              </a:ext>
            </a:extLst>
          </p:cNvPr>
          <p:cNvSpPr txBox="1">
            <a:spLocks/>
          </p:cNvSpPr>
          <p:nvPr/>
        </p:nvSpPr>
        <p:spPr>
          <a:xfrm>
            <a:off x="384134" y="1683941"/>
            <a:ext cx="10588666" cy="34465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0139" indent="-340139" algn="l" defTabSz="1360557" rtl="0" eaLnBrk="1" latinLnBrk="0" hangingPunct="1">
              <a:lnSpc>
                <a:spcPct val="90000"/>
              </a:lnSpc>
              <a:spcBef>
                <a:spcPts val="1488"/>
              </a:spcBef>
              <a:buFont typeface="Arial" panose="020B0604020202020204" pitchFamily="34" charset="0"/>
              <a:buChar char="•"/>
              <a:defRPr sz="4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0418" indent="-340139" algn="l" defTabSz="1360557" rtl="0" eaLnBrk="1" latinLnBrk="0" hangingPunct="1">
              <a:lnSpc>
                <a:spcPct val="90000"/>
              </a:lnSpc>
              <a:spcBef>
                <a:spcPts val="744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00696" indent="-340139" algn="l" defTabSz="1360557" rtl="0" eaLnBrk="1" latinLnBrk="0" hangingPunct="1">
              <a:lnSpc>
                <a:spcPct val="90000"/>
              </a:lnSpc>
              <a:spcBef>
                <a:spcPts val="744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80974" indent="-340139" algn="l" defTabSz="1360557" rtl="0" eaLnBrk="1" latinLnBrk="0" hangingPunct="1">
              <a:lnSpc>
                <a:spcPct val="90000"/>
              </a:lnSpc>
              <a:spcBef>
                <a:spcPts val="744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61253" indent="-340139" algn="l" defTabSz="1360557" rtl="0" eaLnBrk="1" latinLnBrk="0" hangingPunct="1">
              <a:lnSpc>
                <a:spcPct val="90000"/>
              </a:lnSpc>
              <a:spcBef>
                <a:spcPts val="744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741531" indent="-340139" algn="l" defTabSz="1360557" rtl="0" eaLnBrk="1" latinLnBrk="0" hangingPunct="1">
              <a:lnSpc>
                <a:spcPct val="90000"/>
              </a:lnSpc>
              <a:spcBef>
                <a:spcPts val="744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21811" indent="-340139" algn="l" defTabSz="1360557" rtl="0" eaLnBrk="1" latinLnBrk="0" hangingPunct="1">
              <a:lnSpc>
                <a:spcPct val="90000"/>
              </a:lnSpc>
              <a:spcBef>
                <a:spcPts val="744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02089" indent="-340139" algn="l" defTabSz="1360557" rtl="0" eaLnBrk="1" latinLnBrk="0" hangingPunct="1">
              <a:lnSpc>
                <a:spcPct val="90000"/>
              </a:lnSpc>
              <a:spcBef>
                <a:spcPts val="744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82367" indent="-340139" algn="l" defTabSz="1360557" rtl="0" eaLnBrk="1" latinLnBrk="0" hangingPunct="1">
              <a:lnSpc>
                <a:spcPct val="90000"/>
              </a:lnSpc>
              <a:spcBef>
                <a:spcPts val="744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33"/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FCDE3B37-5D31-5BC4-4741-55D3D6DD1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8229" y="269678"/>
            <a:ext cx="8476785" cy="546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5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2AA2DC-C12C-8A23-2CEE-2CF5E0ED0697}"/>
              </a:ext>
            </a:extLst>
          </p:cNvPr>
          <p:cNvSpPr txBox="1"/>
          <p:nvPr/>
        </p:nvSpPr>
        <p:spPr>
          <a:xfrm>
            <a:off x="1970809" y="1104900"/>
            <a:ext cx="8988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USER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E4842-8D65-15F2-5575-17F46B4F2C2B}"/>
              </a:ext>
            </a:extLst>
          </p:cNvPr>
          <p:cNvSpPr txBox="1"/>
          <p:nvPr/>
        </p:nvSpPr>
        <p:spPr>
          <a:xfrm>
            <a:off x="6092536" y="1104899"/>
            <a:ext cx="2033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Book Ticket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16D79F-58E9-4A76-181B-6E8FD0B2C202}"/>
              </a:ext>
            </a:extLst>
          </p:cNvPr>
          <p:cNvCxnSpPr/>
          <p:nvPr/>
        </p:nvCxnSpPr>
        <p:spPr>
          <a:xfrm flipV="1">
            <a:off x="2651414" y="1297131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AF56261-43B1-5416-634A-06D9D0EBB17F}"/>
              </a:ext>
            </a:extLst>
          </p:cNvPr>
          <p:cNvSpPr txBox="1"/>
          <p:nvPr/>
        </p:nvSpPr>
        <p:spPr>
          <a:xfrm rot="-10800000" flipV="1">
            <a:off x="2620241" y="997982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216349-37AA-CAEF-91E9-84F154B89F2C}"/>
              </a:ext>
            </a:extLst>
          </p:cNvPr>
          <p:cNvSpPr txBox="1"/>
          <p:nvPr/>
        </p:nvSpPr>
        <p:spPr>
          <a:xfrm rot="-10800000" flipV="1">
            <a:off x="5815445" y="963345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5D0E9A-A28A-7557-CE07-52F98018C997}"/>
              </a:ext>
            </a:extLst>
          </p:cNvPr>
          <p:cNvSpPr txBox="1"/>
          <p:nvPr/>
        </p:nvSpPr>
        <p:spPr>
          <a:xfrm>
            <a:off x="1862571" y="494435"/>
            <a:ext cx="61115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18B4BF-9AAC-F5E5-BBB7-CBB68C512ACB}"/>
              </a:ext>
            </a:extLst>
          </p:cNvPr>
          <p:cNvSpPr txBox="1"/>
          <p:nvPr/>
        </p:nvSpPr>
        <p:spPr>
          <a:xfrm>
            <a:off x="1996786" y="1624445"/>
            <a:ext cx="8988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USER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D3B81A-3CE7-A8BD-8172-03F1E9885204}"/>
              </a:ext>
            </a:extLst>
          </p:cNvPr>
          <p:cNvSpPr txBox="1"/>
          <p:nvPr/>
        </p:nvSpPr>
        <p:spPr>
          <a:xfrm>
            <a:off x="6118513" y="1624444"/>
            <a:ext cx="2033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Passenger Details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8878E2-3E91-FCB9-0B43-1F7A4DC77CB6}"/>
              </a:ext>
            </a:extLst>
          </p:cNvPr>
          <p:cNvCxnSpPr>
            <a:cxnSpLocks/>
          </p:cNvCxnSpPr>
          <p:nvPr/>
        </p:nvCxnSpPr>
        <p:spPr>
          <a:xfrm flipV="1">
            <a:off x="2677391" y="1816676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187A1F3-E9D4-4534-00CD-20775A363DDA}"/>
              </a:ext>
            </a:extLst>
          </p:cNvPr>
          <p:cNvSpPr txBox="1"/>
          <p:nvPr/>
        </p:nvSpPr>
        <p:spPr>
          <a:xfrm rot="-10800000" flipV="1">
            <a:off x="2646218" y="1517527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FE6C8A-AC81-7CA9-A797-4810556BF79E}"/>
              </a:ext>
            </a:extLst>
          </p:cNvPr>
          <p:cNvSpPr txBox="1"/>
          <p:nvPr/>
        </p:nvSpPr>
        <p:spPr>
          <a:xfrm rot="-10800000" flipV="1">
            <a:off x="5841422" y="1482890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M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1E30A6-6E8C-38E8-7634-96DD7C3DAC7F}"/>
              </a:ext>
            </a:extLst>
          </p:cNvPr>
          <p:cNvSpPr txBox="1"/>
          <p:nvPr/>
        </p:nvSpPr>
        <p:spPr>
          <a:xfrm>
            <a:off x="2005445" y="2161309"/>
            <a:ext cx="8988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USER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6F13DF-4933-79D5-4276-47FDD0773E78}"/>
              </a:ext>
            </a:extLst>
          </p:cNvPr>
          <p:cNvSpPr txBox="1"/>
          <p:nvPr/>
        </p:nvSpPr>
        <p:spPr>
          <a:xfrm>
            <a:off x="6127172" y="2161308"/>
            <a:ext cx="2033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Payment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53AB76-9BE0-5BC7-9F93-2C7639F30742}"/>
              </a:ext>
            </a:extLst>
          </p:cNvPr>
          <p:cNvCxnSpPr>
            <a:cxnSpLocks/>
          </p:cNvCxnSpPr>
          <p:nvPr/>
        </p:nvCxnSpPr>
        <p:spPr>
          <a:xfrm flipV="1">
            <a:off x="2686050" y="2353540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FACCF1B-0D20-D184-AF81-678DC86D0DDE}"/>
              </a:ext>
            </a:extLst>
          </p:cNvPr>
          <p:cNvSpPr txBox="1"/>
          <p:nvPr/>
        </p:nvSpPr>
        <p:spPr>
          <a:xfrm rot="-10800000" flipV="1">
            <a:off x="2654877" y="2054391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1ED799-0E37-73F2-2EB1-4DD9606314F2}"/>
              </a:ext>
            </a:extLst>
          </p:cNvPr>
          <p:cNvSpPr txBox="1"/>
          <p:nvPr/>
        </p:nvSpPr>
        <p:spPr>
          <a:xfrm rot="-10800000" flipV="1">
            <a:off x="5850081" y="2019754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D4DED4-3033-C887-C0DE-74E7A57978A0}"/>
              </a:ext>
            </a:extLst>
          </p:cNvPr>
          <p:cNvSpPr txBox="1"/>
          <p:nvPr/>
        </p:nvSpPr>
        <p:spPr>
          <a:xfrm>
            <a:off x="1979467" y="2715490"/>
            <a:ext cx="8988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USER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1C5FD6-41FF-F1E7-A3A0-842D6D745FB6}"/>
              </a:ext>
            </a:extLst>
          </p:cNvPr>
          <p:cNvSpPr txBox="1"/>
          <p:nvPr/>
        </p:nvSpPr>
        <p:spPr>
          <a:xfrm>
            <a:off x="6101194" y="2715489"/>
            <a:ext cx="2033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 Ticket Details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D735956-1C65-0942-D4D0-C5C437D8B696}"/>
              </a:ext>
            </a:extLst>
          </p:cNvPr>
          <p:cNvCxnSpPr>
            <a:cxnSpLocks/>
          </p:cNvCxnSpPr>
          <p:nvPr/>
        </p:nvCxnSpPr>
        <p:spPr>
          <a:xfrm flipV="1">
            <a:off x="2660072" y="2907721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5BEF998-679A-3431-F37D-5E6E6FC6FC90}"/>
              </a:ext>
            </a:extLst>
          </p:cNvPr>
          <p:cNvSpPr txBox="1"/>
          <p:nvPr/>
        </p:nvSpPr>
        <p:spPr>
          <a:xfrm rot="-10800000" flipV="1">
            <a:off x="2628899" y="2608572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A59D66-1E3E-5E71-A811-3A4419EC233F}"/>
              </a:ext>
            </a:extLst>
          </p:cNvPr>
          <p:cNvSpPr txBox="1"/>
          <p:nvPr/>
        </p:nvSpPr>
        <p:spPr>
          <a:xfrm rot="-10800000" flipV="1">
            <a:off x="5824103" y="2573935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34" name="TextBox 1">
            <a:extLst>
              <a:ext uri="{FF2B5EF4-FFF2-40B4-BE49-F238E27FC236}">
                <a16:creationId xmlns:a16="http://schemas.microsoft.com/office/drawing/2014/main" id="{1A5EB195-A204-F645-47EC-23B4DF6C6C14}"/>
              </a:ext>
            </a:extLst>
          </p:cNvPr>
          <p:cNvSpPr txBox="1"/>
          <p:nvPr/>
        </p:nvSpPr>
        <p:spPr>
          <a:xfrm>
            <a:off x="1970809" y="1104900"/>
            <a:ext cx="8988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cs typeface="Calibri"/>
              </a:rPr>
              <a:t>USER</a:t>
            </a:r>
          </a:p>
        </p:txBody>
      </p:sp>
      <p:sp>
        <p:nvSpPr>
          <p:cNvPr id="35" name="TextBox 2">
            <a:extLst>
              <a:ext uri="{FF2B5EF4-FFF2-40B4-BE49-F238E27FC236}">
                <a16:creationId xmlns:a16="http://schemas.microsoft.com/office/drawing/2014/main" id="{8A391B93-3158-C8F0-9A3E-ABE3536E767A}"/>
              </a:ext>
            </a:extLst>
          </p:cNvPr>
          <p:cNvSpPr txBox="1"/>
          <p:nvPr/>
        </p:nvSpPr>
        <p:spPr>
          <a:xfrm>
            <a:off x="6092536" y="1104899"/>
            <a:ext cx="203315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Book Ticket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75B889D-C1B0-D8B4-6558-A4B0DAD77236}"/>
              </a:ext>
            </a:extLst>
          </p:cNvPr>
          <p:cNvCxnSpPr/>
          <p:nvPr/>
        </p:nvCxnSpPr>
        <p:spPr>
          <a:xfrm flipV="1">
            <a:off x="2651414" y="1297131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4">
            <a:extLst>
              <a:ext uri="{FF2B5EF4-FFF2-40B4-BE49-F238E27FC236}">
                <a16:creationId xmlns:a16="http://schemas.microsoft.com/office/drawing/2014/main" id="{76073DFE-1979-89F1-17EF-8C002C113AB1}"/>
              </a:ext>
            </a:extLst>
          </p:cNvPr>
          <p:cNvSpPr txBox="1"/>
          <p:nvPr/>
        </p:nvSpPr>
        <p:spPr>
          <a:xfrm rot="-10800000" flipV="1">
            <a:off x="2620241" y="997982"/>
            <a:ext cx="3273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DFE5FE7F-2116-B53D-9C6B-C93FC7F86B5E}"/>
              </a:ext>
            </a:extLst>
          </p:cNvPr>
          <p:cNvSpPr txBox="1"/>
          <p:nvPr/>
        </p:nvSpPr>
        <p:spPr>
          <a:xfrm rot="-10800000" flipV="1">
            <a:off x="5815445" y="963345"/>
            <a:ext cx="3273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39" name="TextBox 1">
            <a:extLst>
              <a:ext uri="{FF2B5EF4-FFF2-40B4-BE49-F238E27FC236}">
                <a16:creationId xmlns:a16="http://schemas.microsoft.com/office/drawing/2014/main" id="{1A5EB195-A204-F645-47EC-23B4DF6C6C14}"/>
              </a:ext>
            </a:extLst>
          </p:cNvPr>
          <p:cNvSpPr txBox="1"/>
          <p:nvPr/>
        </p:nvSpPr>
        <p:spPr>
          <a:xfrm>
            <a:off x="1472913" y="3325957"/>
            <a:ext cx="126249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Book Ticket</a:t>
            </a:r>
          </a:p>
        </p:txBody>
      </p:sp>
      <p:sp>
        <p:nvSpPr>
          <p:cNvPr id="40" name="TextBox 2">
            <a:extLst>
              <a:ext uri="{FF2B5EF4-FFF2-40B4-BE49-F238E27FC236}">
                <a16:creationId xmlns:a16="http://schemas.microsoft.com/office/drawing/2014/main" id="{8A391B93-3158-C8F0-9A3E-ABE3536E767A}"/>
              </a:ext>
            </a:extLst>
          </p:cNvPr>
          <p:cNvSpPr txBox="1"/>
          <p:nvPr/>
        </p:nvSpPr>
        <p:spPr>
          <a:xfrm>
            <a:off x="6096866" y="3299979"/>
            <a:ext cx="203315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alibri"/>
              </a:rPr>
              <a:t>Train Details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75B889D-C1B0-D8B4-6558-A4B0DAD77236}"/>
              </a:ext>
            </a:extLst>
          </p:cNvPr>
          <p:cNvCxnSpPr/>
          <p:nvPr/>
        </p:nvCxnSpPr>
        <p:spPr>
          <a:xfrm flipV="1">
            <a:off x="2655744" y="3492211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">
            <a:extLst>
              <a:ext uri="{FF2B5EF4-FFF2-40B4-BE49-F238E27FC236}">
                <a16:creationId xmlns:a16="http://schemas.microsoft.com/office/drawing/2014/main" id="{76073DFE-1979-89F1-17EF-8C002C113AB1}"/>
              </a:ext>
            </a:extLst>
          </p:cNvPr>
          <p:cNvSpPr txBox="1"/>
          <p:nvPr/>
        </p:nvSpPr>
        <p:spPr>
          <a:xfrm rot="-10800000" flipV="1">
            <a:off x="2624571" y="3193062"/>
            <a:ext cx="3273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DFE5FE7F-2116-B53D-9C6B-C93FC7F86B5E}"/>
              </a:ext>
            </a:extLst>
          </p:cNvPr>
          <p:cNvSpPr txBox="1"/>
          <p:nvPr/>
        </p:nvSpPr>
        <p:spPr>
          <a:xfrm rot="-10800000" flipV="1">
            <a:off x="5819775" y="3158425"/>
            <a:ext cx="3273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ea typeface="Calibri"/>
                <a:cs typeface="Calibri"/>
              </a:rPr>
              <a:t>M</a:t>
            </a:r>
          </a:p>
        </p:txBody>
      </p:sp>
      <p:sp>
        <p:nvSpPr>
          <p:cNvPr id="44" name="TextBox 1">
            <a:extLst>
              <a:ext uri="{FF2B5EF4-FFF2-40B4-BE49-F238E27FC236}">
                <a16:creationId xmlns:a16="http://schemas.microsoft.com/office/drawing/2014/main" id="{1A5EB195-A204-F645-47EC-23B4DF6C6C14}"/>
              </a:ext>
            </a:extLst>
          </p:cNvPr>
          <p:cNvSpPr txBox="1"/>
          <p:nvPr/>
        </p:nvSpPr>
        <p:spPr>
          <a:xfrm>
            <a:off x="1477241" y="3997036"/>
            <a:ext cx="141835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</a:rPr>
              <a:t>Book Ticket</a:t>
            </a:r>
            <a:endParaRPr lang="en-US"/>
          </a:p>
        </p:txBody>
      </p:sp>
      <p:sp>
        <p:nvSpPr>
          <p:cNvPr id="45" name="TextBox 2">
            <a:extLst>
              <a:ext uri="{FF2B5EF4-FFF2-40B4-BE49-F238E27FC236}">
                <a16:creationId xmlns:a16="http://schemas.microsoft.com/office/drawing/2014/main" id="{8A391B93-3158-C8F0-9A3E-ABE3536E767A}"/>
              </a:ext>
            </a:extLst>
          </p:cNvPr>
          <p:cNvSpPr txBox="1"/>
          <p:nvPr/>
        </p:nvSpPr>
        <p:spPr>
          <a:xfrm>
            <a:off x="6109854" y="3997035"/>
            <a:ext cx="203315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Passenger Details</a:t>
            </a:r>
            <a:endParaRPr lang="en-US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75B889D-C1B0-D8B4-6558-A4B0DAD77236}"/>
              </a:ext>
            </a:extLst>
          </p:cNvPr>
          <p:cNvCxnSpPr/>
          <p:nvPr/>
        </p:nvCxnSpPr>
        <p:spPr>
          <a:xfrm flipV="1">
            <a:off x="2668732" y="4189267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">
            <a:extLst>
              <a:ext uri="{FF2B5EF4-FFF2-40B4-BE49-F238E27FC236}">
                <a16:creationId xmlns:a16="http://schemas.microsoft.com/office/drawing/2014/main" id="{76073DFE-1979-89F1-17EF-8C002C113AB1}"/>
              </a:ext>
            </a:extLst>
          </p:cNvPr>
          <p:cNvSpPr txBox="1"/>
          <p:nvPr/>
        </p:nvSpPr>
        <p:spPr>
          <a:xfrm rot="-10800000" flipV="1">
            <a:off x="2637559" y="3890118"/>
            <a:ext cx="3273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48" name="TextBox 5">
            <a:extLst>
              <a:ext uri="{FF2B5EF4-FFF2-40B4-BE49-F238E27FC236}">
                <a16:creationId xmlns:a16="http://schemas.microsoft.com/office/drawing/2014/main" id="{DFE5FE7F-2116-B53D-9C6B-C93FC7F86B5E}"/>
              </a:ext>
            </a:extLst>
          </p:cNvPr>
          <p:cNvSpPr txBox="1"/>
          <p:nvPr/>
        </p:nvSpPr>
        <p:spPr>
          <a:xfrm rot="-10800000" flipV="1">
            <a:off x="5832763" y="3855481"/>
            <a:ext cx="3273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cs typeface="Calibri"/>
              </a:rPr>
              <a:t>M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848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2AA2DC-C12C-8A23-2CEE-2CF5E0ED0697}"/>
              </a:ext>
            </a:extLst>
          </p:cNvPr>
          <p:cNvSpPr txBox="1"/>
          <p:nvPr/>
        </p:nvSpPr>
        <p:spPr>
          <a:xfrm>
            <a:off x="1459922" y="1104900"/>
            <a:ext cx="15136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Book Ticket</a:t>
            </a:r>
            <a:endParaRPr lang="en-US" dirty="0">
              <a:ea typeface="+mn-lt"/>
              <a:cs typeface="+mn-lt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E4842-8D65-15F2-5575-17F46B4F2C2B}"/>
              </a:ext>
            </a:extLst>
          </p:cNvPr>
          <p:cNvSpPr txBox="1"/>
          <p:nvPr/>
        </p:nvSpPr>
        <p:spPr>
          <a:xfrm>
            <a:off x="6092536" y="1104899"/>
            <a:ext cx="2033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Ticket Details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16D79F-58E9-4A76-181B-6E8FD0B2C202}"/>
              </a:ext>
            </a:extLst>
          </p:cNvPr>
          <p:cNvCxnSpPr/>
          <p:nvPr/>
        </p:nvCxnSpPr>
        <p:spPr>
          <a:xfrm flipV="1">
            <a:off x="2651414" y="1297131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AF56261-43B1-5416-634A-06D9D0EBB17F}"/>
              </a:ext>
            </a:extLst>
          </p:cNvPr>
          <p:cNvSpPr txBox="1"/>
          <p:nvPr/>
        </p:nvSpPr>
        <p:spPr>
          <a:xfrm rot="-10800000" flipV="1">
            <a:off x="2620241" y="997982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216349-37AA-CAEF-91E9-84F154B89F2C}"/>
              </a:ext>
            </a:extLst>
          </p:cNvPr>
          <p:cNvSpPr txBox="1"/>
          <p:nvPr/>
        </p:nvSpPr>
        <p:spPr>
          <a:xfrm rot="-10800000" flipV="1">
            <a:off x="5815445" y="963345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5D0E9A-A28A-7557-CE07-52F98018C997}"/>
              </a:ext>
            </a:extLst>
          </p:cNvPr>
          <p:cNvSpPr txBox="1"/>
          <p:nvPr/>
        </p:nvSpPr>
        <p:spPr>
          <a:xfrm>
            <a:off x="1862571" y="494435"/>
            <a:ext cx="61115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18B4BF-9AAC-F5E5-BBB7-CBB68C512ACB}"/>
              </a:ext>
            </a:extLst>
          </p:cNvPr>
          <p:cNvSpPr txBox="1"/>
          <p:nvPr/>
        </p:nvSpPr>
        <p:spPr>
          <a:xfrm>
            <a:off x="1390650" y="1624445"/>
            <a:ext cx="15136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Train Details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D3B81A-3CE7-A8BD-8172-03F1E9885204}"/>
              </a:ext>
            </a:extLst>
          </p:cNvPr>
          <p:cNvSpPr txBox="1"/>
          <p:nvPr/>
        </p:nvSpPr>
        <p:spPr>
          <a:xfrm>
            <a:off x="6118513" y="1624444"/>
            <a:ext cx="2033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Passenger Details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8878E2-3E91-FCB9-0B43-1F7A4DC77CB6}"/>
              </a:ext>
            </a:extLst>
          </p:cNvPr>
          <p:cNvCxnSpPr>
            <a:cxnSpLocks/>
          </p:cNvCxnSpPr>
          <p:nvPr/>
        </p:nvCxnSpPr>
        <p:spPr>
          <a:xfrm flipV="1">
            <a:off x="2677391" y="1816676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187A1F3-E9D4-4534-00CD-20775A363DDA}"/>
              </a:ext>
            </a:extLst>
          </p:cNvPr>
          <p:cNvSpPr txBox="1"/>
          <p:nvPr/>
        </p:nvSpPr>
        <p:spPr>
          <a:xfrm rot="-10800000" flipV="1">
            <a:off x="2646218" y="1517527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FE6C8A-AC81-7CA9-A797-4810556BF79E}"/>
              </a:ext>
            </a:extLst>
          </p:cNvPr>
          <p:cNvSpPr txBox="1"/>
          <p:nvPr/>
        </p:nvSpPr>
        <p:spPr>
          <a:xfrm rot="-10800000" flipV="1">
            <a:off x="5841422" y="1482890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Calibri"/>
                <a:cs typeface="Calibri"/>
              </a:rPr>
              <a:t>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1E30A6-6E8C-38E8-7634-96DD7C3DAC7F}"/>
              </a:ext>
            </a:extLst>
          </p:cNvPr>
          <p:cNvSpPr txBox="1"/>
          <p:nvPr/>
        </p:nvSpPr>
        <p:spPr>
          <a:xfrm>
            <a:off x="1425286" y="2161309"/>
            <a:ext cx="146165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Train Details</a:t>
            </a: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6F13DF-4933-79D5-4276-47FDD0773E78}"/>
              </a:ext>
            </a:extLst>
          </p:cNvPr>
          <p:cNvSpPr txBox="1"/>
          <p:nvPr/>
        </p:nvSpPr>
        <p:spPr>
          <a:xfrm>
            <a:off x="6127172" y="2161308"/>
            <a:ext cx="2033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Payment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453AB76-9BE0-5BC7-9F93-2C7639F30742}"/>
              </a:ext>
            </a:extLst>
          </p:cNvPr>
          <p:cNvCxnSpPr>
            <a:cxnSpLocks/>
          </p:cNvCxnSpPr>
          <p:nvPr/>
        </p:nvCxnSpPr>
        <p:spPr>
          <a:xfrm flipV="1">
            <a:off x="2686050" y="2353540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FACCF1B-0D20-D184-AF81-678DC86D0DDE}"/>
              </a:ext>
            </a:extLst>
          </p:cNvPr>
          <p:cNvSpPr txBox="1"/>
          <p:nvPr/>
        </p:nvSpPr>
        <p:spPr>
          <a:xfrm rot="-10800000" flipV="1">
            <a:off x="2654877" y="2054391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1ED799-0E37-73F2-2EB1-4DD9606314F2}"/>
              </a:ext>
            </a:extLst>
          </p:cNvPr>
          <p:cNvSpPr txBox="1"/>
          <p:nvPr/>
        </p:nvSpPr>
        <p:spPr>
          <a:xfrm rot="-10800000" flipV="1">
            <a:off x="5850081" y="2019754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D4DED4-3033-C887-C0DE-74E7A57978A0}"/>
              </a:ext>
            </a:extLst>
          </p:cNvPr>
          <p:cNvSpPr txBox="1"/>
          <p:nvPr/>
        </p:nvSpPr>
        <p:spPr>
          <a:xfrm>
            <a:off x="1390649" y="2715490"/>
            <a:ext cx="14010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Train Details</a:t>
            </a: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1C5FD6-41FF-F1E7-A3A0-842D6D745FB6}"/>
              </a:ext>
            </a:extLst>
          </p:cNvPr>
          <p:cNvSpPr txBox="1"/>
          <p:nvPr/>
        </p:nvSpPr>
        <p:spPr>
          <a:xfrm>
            <a:off x="6101194" y="2715489"/>
            <a:ext cx="20331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 Ticket Details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D735956-1C65-0942-D4D0-C5C437D8B696}"/>
              </a:ext>
            </a:extLst>
          </p:cNvPr>
          <p:cNvCxnSpPr>
            <a:cxnSpLocks/>
          </p:cNvCxnSpPr>
          <p:nvPr/>
        </p:nvCxnSpPr>
        <p:spPr>
          <a:xfrm flipV="1">
            <a:off x="2660072" y="2907721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5BEF998-679A-3431-F37D-5E6E6FC6FC90}"/>
              </a:ext>
            </a:extLst>
          </p:cNvPr>
          <p:cNvSpPr txBox="1"/>
          <p:nvPr/>
        </p:nvSpPr>
        <p:spPr>
          <a:xfrm rot="-10800000" flipV="1">
            <a:off x="2628899" y="2608572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A59D66-1E3E-5E71-A811-3A4419EC233F}"/>
              </a:ext>
            </a:extLst>
          </p:cNvPr>
          <p:cNvSpPr txBox="1"/>
          <p:nvPr/>
        </p:nvSpPr>
        <p:spPr>
          <a:xfrm rot="-10800000" flipV="1">
            <a:off x="5824103" y="2573935"/>
            <a:ext cx="327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75B889D-C1B0-D8B4-6558-A4B0DAD77236}"/>
              </a:ext>
            </a:extLst>
          </p:cNvPr>
          <p:cNvCxnSpPr/>
          <p:nvPr/>
        </p:nvCxnSpPr>
        <p:spPr>
          <a:xfrm flipV="1">
            <a:off x="2651414" y="1297131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4">
            <a:extLst>
              <a:ext uri="{FF2B5EF4-FFF2-40B4-BE49-F238E27FC236}">
                <a16:creationId xmlns:a16="http://schemas.microsoft.com/office/drawing/2014/main" id="{76073DFE-1979-89F1-17EF-8C002C113AB1}"/>
              </a:ext>
            </a:extLst>
          </p:cNvPr>
          <p:cNvSpPr txBox="1"/>
          <p:nvPr/>
        </p:nvSpPr>
        <p:spPr>
          <a:xfrm rot="-10800000" flipV="1">
            <a:off x="2620241" y="997982"/>
            <a:ext cx="3273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DFE5FE7F-2116-B53D-9C6B-C93FC7F86B5E}"/>
              </a:ext>
            </a:extLst>
          </p:cNvPr>
          <p:cNvSpPr txBox="1"/>
          <p:nvPr/>
        </p:nvSpPr>
        <p:spPr>
          <a:xfrm rot="-10800000" flipV="1">
            <a:off x="5815445" y="963345"/>
            <a:ext cx="3273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39" name="TextBox 1">
            <a:extLst>
              <a:ext uri="{FF2B5EF4-FFF2-40B4-BE49-F238E27FC236}">
                <a16:creationId xmlns:a16="http://schemas.microsoft.com/office/drawing/2014/main" id="{1A5EB195-A204-F645-47EC-23B4DF6C6C14}"/>
              </a:ext>
            </a:extLst>
          </p:cNvPr>
          <p:cNvSpPr txBox="1"/>
          <p:nvPr/>
        </p:nvSpPr>
        <p:spPr>
          <a:xfrm>
            <a:off x="927389" y="3299980"/>
            <a:ext cx="194656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Calibri"/>
                <a:cs typeface="Calibri"/>
              </a:rPr>
              <a:t>Passenger Details</a:t>
            </a:r>
          </a:p>
        </p:txBody>
      </p:sp>
      <p:sp>
        <p:nvSpPr>
          <p:cNvPr id="40" name="TextBox 2">
            <a:extLst>
              <a:ext uri="{FF2B5EF4-FFF2-40B4-BE49-F238E27FC236}">
                <a16:creationId xmlns:a16="http://schemas.microsoft.com/office/drawing/2014/main" id="{8A391B93-3158-C8F0-9A3E-ABE3536E767A}"/>
              </a:ext>
            </a:extLst>
          </p:cNvPr>
          <p:cNvSpPr txBox="1"/>
          <p:nvPr/>
        </p:nvSpPr>
        <p:spPr>
          <a:xfrm>
            <a:off x="6096866" y="3299979"/>
            <a:ext cx="203315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alibri"/>
              </a:rPr>
              <a:t> Ticket Details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75B889D-C1B0-D8B4-6558-A4B0DAD77236}"/>
              </a:ext>
            </a:extLst>
          </p:cNvPr>
          <p:cNvCxnSpPr/>
          <p:nvPr/>
        </p:nvCxnSpPr>
        <p:spPr>
          <a:xfrm flipV="1">
            <a:off x="2655744" y="3492211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">
            <a:extLst>
              <a:ext uri="{FF2B5EF4-FFF2-40B4-BE49-F238E27FC236}">
                <a16:creationId xmlns:a16="http://schemas.microsoft.com/office/drawing/2014/main" id="{76073DFE-1979-89F1-17EF-8C002C113AB1}"/>
              </a:ext>
            </a:extLst>
          </p:cNvPr>
          <p:cNvSpPr txBox="1"/>
          <p:nvPr/>
        </p:nvSpPr>
        <p:spPr>
          <a:xfrm rot="-10800000" flipV="1">
            <a:off x="2624571" y="3193062"/>
            <a:ext cx="3273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ea typeface="Calibri"/>
                <a:cs typeface="Calibri"/>
              </a:rPr>
              <a:t>M</a:t>
            </a: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DFE5FE7F-2116-B53D-9C6B-C93FC7F86B5E}"/>
              </a:ext>
            </a:extLst>
          </p:cNvPr>
          <p:cNvSpPr txBox="1"/>
          <p:nvPr/>
        </p:nvSpPr>
        <p:spPr>
          <a:xfrm rot="-10800000" flipV="1">
            <a:off x="5819775" y="3158425"/>
            <a:ext cx="3273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44" name="TextBox 1">
            <a:extLst>
              <a:ext uri="{FF2B5EF4-FFF2-40B4-BE49-F238E27FC236}">
                <a16:creationId xmlns:a16="http://schemas.microsoft.com/office/drawing/2014/main" id="{1A5EB195-A204-F645-47EC-23B4DF6C6C14}"/>
              </a:ext>
            </a:extLst>
          </p:cNvPr>
          <p:cNvSpPr txBox="1"/>
          <p:nvPr/>
        </p:nvSpPr>
        <p:spPr>
          <a:xfrm>
            <a:off x="1711036" y="3997036"/>
            <a:ext cx="1175904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Calibri"/>
                <a:cs typeface="Calibri"/>
              </a:rPr>
              <a:t>Payment</a:t>
            </a:r>
          </a:p>
        </p:txBody>
      </p:sp>
      <p:sp>
        <p:nvSpPr>
          <p:cNvPr id="45" name="TextBox 2">
            <a:extLst>
              <a:ext uri="{FF2B5EF4-FFF2-40B4-BE49-F238E27FC236}">
                <a16:creationId xmlns:a16="http://schemas.microsoft.com/office/drawing/2014/main" id="{8A391B93-3158-C8F0-9A3E-ABE3536E767A}"/>
              </a:ext>
            </a:extLst>
          </p:cNvPr>
          <p:cNvSpPr txBox="1"/>
          <p:nvPr/>
        </p:nvSpPr>
        <p:spPr>
          <a:xfrm>
            <a:off x="6109854" y="3997035"/>
            <a:ext cx="203315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alibri"/>
              </a:rPr>
              <a:t> Ticket Details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75B889D-C1B0-D8B4-6558-A4B0DAD77236}"/>
              </a:ext>
            </a:extLst>
          </p:cNvPr>
          <p:cNvCxnSpPr/>
          <p:nvPr/>
        </p:nvCxnSpPr>
        <p:spPr>
          <a:xfrm flipV="1">
            <a:off x="2668732" y="4189267"/>
            <a:ext cx="3477490" cy="2944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">
            <a:extLst>
              <a:ext uri="{FF2B5EF4-FFF2-40B4-BE49-F238E27FC236}">
                <a16:creationId xmlns:a16="http://schemas.microsoft.com/office/drawing/2014/main" id="{76073DFE-1979-89F1-17EF-8C002C113AB1}"/>
              </a:ext>
            </a:extLst>
          </p:cNvPr>
          <p:cNvSpPr txBox="1"/>
          <p:nvPr/>
        </p:nvSpPr>
        <p:spPr>
          <a:xfrm rot="-10800000" flipV="1">
            <a:off x="2637559" y="3890118"/>
            <a:ext cx="3273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cs typeface="Calibri"/>
              </a:rPr>
              <a:t>1</a:t>
            </a:r>
          </a:p>
        </p:txBody>
      </p:sp>
      <p:sp>
        <p:nvSpPr>
          <p:cNvPr id="48" name="TextBox 5">
            <a:extLst>
              <a:ext uri="{FF2B5EF4-FFF2-40B4-BE49-F238E27FC236}">
                <a16:creationId xmlns:a16="http://schemas.microsoft.com/office/drawing/2014/main" id="{DFE5FE7F-2116-B53D-9C6B-C93FC7F86B5E}"/>
              </a:ext>
            </a:extLst>
          </p:cNvPr>
          <p:cNvSpPr txBox="1"/>
          <p:nvPr/>
        </p:nvSpPr>
        <p:spPr>
          <a:xfrm rot="-10800000" flipV="1">
            <a:off x="5832763" y="3855481"/>
            <a:ext cx="32731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46953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8D2ABBC-7F98-0B80-6061-F51C056E0E2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l="11013" r="11013"/>
          <a:stretch/>
        </p:blipFill>
        <p:spPr>
          <a:xfrm>
            <a:off x="6475055" y="-170772"/>
            <a:ext cx="5716946" cy="7199543"/>
          </a:xfrm>
        </p:spPr>
      </p:pic>
    </p:spTree>
    <p:extLst>
      <p:ext uri="{BB962C8B-B14F-4D97-AF65-F5344CB8AC3E}">
        <p14:creationId xmlns:p14="http://schemas.microsoft.com/office/powerpoint/2010/main" val="301217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Synergy</dc:title>
  <dc:creator>Hemalatha Manu Anand</dc:creator>
  <cp:revision>57</cp:revision>
  <dcterms:created xsi:type="dcterms:W3CDTF">2020-06-30T04:13:35Z</dcterms:created>
  <dcterms:modified xsi:type="dcterms:W3CDTF">2022-03-30T08:22:41Z</dcterms:modified>
</cp:coreProperties>
</file>