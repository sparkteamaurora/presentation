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7" r:id="rId2"/>
    <p:sldId id="260" r:id="rId3"/>
    <p:sldId id="279" r:id="rId4"/>
    <p:sldId id="27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43"/>
  </p:normalViewPr>
  <p:slideViewPr>
    <p:cSldViewPr snapToGrid="0" snapToObjects="1">
      <p:cViewPr varScale="1">
        <p:scale>
          <a:sx n="89" d="100"/>
          <a:sy n="89" d="100"/>
        </p:scale>
        <p:origin x="403"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notesMaster" Target="notesMasters/notesMaster1.xml" /><Relationship Id="rId5" Type="http://schemas.openxmlformats.org/officeDocument/2006/relationships/slide" Target="slides/slide4.xml" /><Relationship Id="rId1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8C692-5CE6-0540-AC01-6407800CC529}" type="datetimeFigureOut">
              <a:rPr lang="en-US" smtClean="0"/>
              <a:t>4/2/2022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4A6E64-EA6B-144B-94DB-0E60C4F35858}" type="slidenum">
              <a:rPr lang="en-US" smtClean="0"/>
              <a:t>‹#›</a:t>
            </a:fld>
            <a:endParaRPr lang="en-US"/>
          </a:p>
        </p:txBody>
      </p:sp>
    </p:spTree>
    <p:extLst>
      <p:ext uri="{BB962C8B-B14F-4D97-AF65-F5344CB8AC3E}">
        <p14:creationId xmlns:p14="http://schemas.microsoft.com/office/powerpoint/2010/main" val="556015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2</a:t>
            </a:fld>
            <a:endParaRPr lang="pl-PL"/>
          </a:p>
        </p:txBody>
      </p:sp>
    </p:spTree>
    <p:extLst>
      <p:ext uri="{BB962C8B-B14F-4D97-AF65-F5344CB8AC3E}">
        <p14:creationId xmlns:p14="http://schemas.microsoft.com/office/powerpoint/2010/main" val="2566139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slide is</a:t>
            </a:r>
            <a:r>
              <a:rPr lang="en-US" b="0" baseline="0" dirty="0"/>
              <a:t> only for the trainer… You can display the poll from GTM and after the poll is taken, share the result, connect the poll result with the topic. Once done, you can hide the poll so that the PPT is visible. </a:t>
            </a:r>
          </a:p>
          <a:p>
            <a:endParaRPr lang="en-US" b="0" baseline="0" dirty="0"/>
          </a:p>
          <a:p>
            <a:r>
              <a:rPr lang="en-US" b="0" baseline="0" dirty="0"/>
              <a:t>I have created the poll in the GTM webinar.</a:t>
            </a:r>
            <a:endParaRPr lang="en-US" b="0" dirty="0"/>
          </a:p>
        </p:txBody>
      </p:sp>
      <p:sp>
        <p:nvSpPr>
          <p:cNvPr id="4" name="Slide Number Placeholder 3"/>
          <p:cNvSpPr>
            <a:spLocks noGrp="1"/>
          </p:cNvSpPr>
          <p:nvPr>
            <p:ph type="sldNum" sz="quarter" idx="10"/>
          </p:nvPr>
        </p:nvSpPr>
        <p:spPr/>
        <p:txBody>
          <a:bodyPr/>
          <a:lstStyle/>
          <a:p>
            <a:fld id="{D2CE19CD-2A84-A345-96E6-222E4F41D16D}" type="slidenum">
              <a:rPr lang="pl-PL" smtClean="0"/>
              <a:t>3</a:t>
            </a:fld>
            <a:endParaRPr lang="pl-PL"/>
          </a:p>
        </p:txBody>
      </p:sp>
    </p:spTree>
    <p:extLst>
      <p:ext uri="{BB962C8B-B14F-4D97-AF65-F5344CB8AC3E}">
        <p14:creationId xmlns:p14="http://schemas.microsoft.com/office/powerpoint/2010/main" val="21697631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emf"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E51-C0F1-1D42-B73F-01C09E056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BDE6-8AFD-BA43-8892-C61848E7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5AA151-AEFE-4049-A258-77C6BC0A3F4F}"/>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66C0802E-607A-4749-A61F-4C33EC607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F85DE-C0B9-FE43-91C7-2864AD32782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3939809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E1AD-CBAA-4848-8B6D-F630CB5C5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3C08F-67AF-964D-AAF9-97DF2FA0E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B1789-0EB2-9D4F-883E-9D2E70E6FAB6}"/>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C2352A64-4B0B-984B-B33B-94AD74A3B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4E82B-61DE-AB40-A6AE-48171FB22491}"/>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390173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6729-6AD2-2D43-BF32-7E8CE6875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065BF7-5C67-2F40-9A4A-82348A2FC1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DCD2F-98E6-7C43-8636-C16BAC28259C}"/>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6B09252E-FEB9-BC4F-8922-019C05DC7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F5BB1-3726-6641-9F3F-FD61952E9E9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02297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C75-D54A-F34F-90AA-C8F7E223F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FA77E4-0C1E-284E-8350-6B5721F5D3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A4C5F-ED64-C14B-8E79-E98E9AB2C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405B-3ED1-644B-881A-A904ED584EFD}"/>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6" name="Footer Placeholder 5">
            <a:extLst>
              <a:ext uri="{FF2B5EF4-FFF2-40B4-BE49-F238E27FC236}">
                <a16:creationId xmlns:a16="http://schemas.microsoft.com/office/drawing/2014/main" id="{2EC7CB19-2CC8-3E43-8735-849064AB4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4952C-A5E9-8A46-9602-9EAEE2E6CDC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656298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97CC-597B-7A45-8479-B6A8D9EDF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E9AD-4AF3-CA49-8CEE-E5ECFAA97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0ACDE-ACC3-484B-8188-3344B3AA2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88EBF-F9C4-5345-891A-B8D0E9BA0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8E19B-E311-AD43-96E0-F990D73E9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C03E-B4DC-B84B-8F32-81AD6FEFA64F}"/>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8" name="Footer Placeholder 7">
            <a:extLst>
              <a:ext uri="{FF2B5EF4-FFF2-40B4-BE49-F238E27FC236}">
                <a16:creationId xmlns:a16="http://schemas.microsoft.com/office/drawing/2014/main" id="{E798CCF3-6249-6B4C-9F2C-B8220B10F2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27DBEF-6C3E-4F49-9AA9-25F4D0ED4DA9}"/>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41564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0A4-22BE-CE4B-951C-84E43A2E7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EFA9F-094E-844B-B146-8018F693941C}"/>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4" name="Footer Placeholder 3">
            <a:extLst>
              <a:ext uri="{FF2B5EF4-FFF2-40B4-BE49-F238E27FC236}">
                <a16:creationId xmlns:a16="http://schemas.microsoft.com/office/drawing/2014/main" id="{D18FFBAB-9B6B-0949-9413-A1D5C8A46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01D0C-DEDF-3241-8D56-0ED8CDAD090D}"/>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12225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D4AEA-FB49-7B43-A8D7-6DCF73EFED98}"/>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3" name="Footer Placeholder 2">
            <a:extLst>
              <a:ext uri="{FF2B5EF4-FFF2-40B4-BE49-F238E27FC236}">
                <a16:creationId xmlns:a16="http://schemas.microsoft.com/office/drawing/2014/main" id="{F87AC87A-8233-904A-A4C3-21F62EFC51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E4D83F-9E9B-E043-9925-EBB71DF7407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86306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7D2E-15DA-B947-92C8-70EEEE0F9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C49B2-A0AE-7645-9237-C8AF57CFA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40312-3DC8-8D47-954C-B69B786A1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554B-7E8D-A54F-88D7-3B30BEB02C70}"/>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6" name="Footer Placeholder 5">
            <a:extLst>
              <a:ext uri="{FF2B5EF4-FFF2-40B4-BE49-F238E27FC236}">
                <a16:creationId xmlns:a16="http://schemas.microsoft.com/office/drawing/2014/main" id="{52A6C95B-2886-EB4E-97CA-32B86F5C9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A6FED-D869-C24C-8B4D-4456F05AAFA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5123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0C29-15B3-424F-A769-6E769220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3F0A53-30F9-4F42-B64F-B1966DFA3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56C46-EF1B-1044-B8AE-83D3BD059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06D8C-0F07-DF4C-9B42-7064FE34ED8C}"/>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6" name="Footer Placeholder 5">
            <a:extLst>
              <a:ext uri="{FF2B5EF4-FFF2-40B4-BE49-F238E27FC236}">
                <a16:creationId xmlns:a16="http://schemas.microsoft.com/office/drawing/2014/main" id="{8C2D546B-1409-A546-9DFF-21B5927DE6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77FE8-33EA-534A-877C-6CE61FA85582}"/>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00608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5113-E3D8-E842-959C-CF47E210BD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52F2F-3041-7745-BDA1-2799FA0388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B9BE6-ADE0-C14E-BFC4-211E7F3F76E2}"/>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2A3CB5B5-61B2-6641-A7FE-0503903E6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AA36F-D4C5-D94B-8C7C-512C1797CF40}"/>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027504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92F32-EECC-6448-910E-1CB6BB32F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955B58-155A-A745-86A5-20ECD92BE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ABDB-F7F7-874C-85C4-6D6BEDBABF35}"/>
              </a:ext>
            </a:extLst>
          </p:cNvPr>
          <p:cNvSpPr>
            <a:spLocks noGrp="1"/>
          </p:cNvSpPr>
          <p:nvPr>
            <p:ph type="dt" sz="half" idx="10"/>
          </p:nvPr>
        </p:nvSpPr>
        <p:spPr/>
        <p:txBody>
          <a:body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15F21BF4-A480-E54F-9C7F-1BF4FACD3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F0CDB-457D-2048-AE68-D461B4726FA7}"/>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424891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9" name="Prostokąt 10">
            <a:extLst>
              <a:ext uri="{FF2B5EF4-FFF2-40B4-BE49-F238E27FC236}">
                <a16:creationId xmlns:a16="http://schemas.microsoft.com/office/drawing/2014/main" id="{81B15575-45F3-B945-95AE-F5EA7EEB2382}"/>
              </a:ext>
            </a:extLst>
          </p:cNvPr>
          <p:cNvSpPr/>
          <p:nvPr userDrawn="1"/>
        </p:nvSpPr>
        <p:spPr>
          <a:xfrm>
            <a:off x="3870251" y="0"/>
            <a:ext cx="8321749"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3" name="Picture 2">
            <a:extLst>
              <a:ext uri="{FF2B5EF4-FFF2-40B4-BE49-F238E27FC236}">
                <a16:creationId xmlns:a16="http://schemas.microsoft.com/office/drawing/2014/main" id="{4D9E4161-4A00-5044-9128-8CF67E311575}"/>
              </a:ext>
            </a:extLst>
          </p:cNvPr>
          <p:cNvPicPr>
            <a:picLocks noChangeAspect="1"/>
          </p:cNvPicPr>
          <p:nvPr userDrawn="1"/>
        </p:nvPicPr>
        <p:blipFill>
          <a:blip r:embed="rId2"/>
          <a:stretch>
            <a:fillRect/>
          </a:stretch>
        </p:blipFill>
        <p:spPr>
          <a:xfrm>
            <a:off x="6449165" y="5940036"/>
            <a:ext cx="3061754" cy="493831"/>
          </a:xfrm>
          <a:prstGeom prst="rect">
            <a:avLst/>
          </a:prstGeom>
        </p:spPr>
      </p:pic>
      <p:sp>
        <p:nvSpPr>
          <p:cNvPr id="15" name="Title 7"/>
          <p:cNvSpPr>
            <a:spLocks noGrp="1"/>
          </p:cNvSpPr>
          <p:nvPr>
            <p:ph type="title" hasCustomPrompt="1"/>
          </p:nvPr>
        </p:nvSpPr>
        <p:spPr>
          <a:xfrm>
            <a:off x="4852727" y="1392762"/>
            <a:ext cx="6304549" cy="1716778"/>
          </a:xfrm>
          <a:prstGeom prst="rect">
            <a:avLst/>
          </a:prstGeom>
          <a:noFill/>
        </p:spPr>
        <p:txBody>
          <a:bodyPr wrap="square" lIns="90704" tIns="45352" rIns="90704" bIns="45352" rtlCol="0" anchor="ctr" anchorCtr="0">
            <a:spAutoFit/>
          </a:bodyPr>
          <a:lstStyle>
            <a:lvl1pPr algn="ctr">
              <a:defRPr lang="uk-UA" sz="5867" b="1">
                <a:solidFill>
                  <a:schemeClr val="bg1"/>
                </a:solidFill>
                <a:latin typeface="Calibri" charset="0"/>
                <a:ea typeface="Calibri" charset="0"/>
                <a:cs typeface="Calibri" charset="0"/>
              </a:defRPr>
            </a:lvl1pPr>
          </a:lstStyle>
          <a:p>
            <a:pPr marL="0" lvl="0"/>
            <a:r>
              <a:rPr lang="pl-PL" dirty="0"/>
              <a:t>Presentation t</a:t>
            </a:r>
            <a:r>
              <a:rPr lang="en-US" dirty="0" err="1"/>
              <a:t>itle</a:t>
            </a:r>
            <a:r>
              <a:rPr lang="en-US" dirty="0"/>
              <a:t> </a:t>
            </a:r>
            <a:br>
              <a:rPr lang="en-US" dirty="0"/>
            </a:br>
            <a:r>
              <a:rPr lang="en-US" dirty="0"/>
              <a:t>goes here</a:t>
            </a:r>
            <a:endParaRPr lang="uk-UA" dirty="0"/>
          </a:p>
        </p:txBody>
      </p:sp>
      <p:sp>
        <p:nvSpPr>
          <p:cNvPr id="21" name="Symbol zastępczy tekstu 20"/>
          <p:cNvSpPr>
            <a:spLocks noGrp="1"/>
          </p:cNvSpPr>
          <p:nvPr>
            <p:ph type="body" sz="quarter" idx="13" hasCustomPrompt="1"/>
          </p:nvPr>
        </p:nvSpPr>
        <p:spPr>
          <a:xfrm>
            <a:off x="6316701" y="3628193"/>
            <a:ext cx="3304117" cy="1411816"/>
          </a:xfrm>
          <a:prstGeom prst="rect">
            <a:avLst/>
          </a:prstGeom>
        </p:spPr>
        <p:txBody>
          <a:bodyPr lIns="90704" tIns="45352" rIns="90704" bIns="45352" anchor="ctr" anchorCtr="0"/>
          <a:lstStyle>
            <a:lvl1pPr marL="0" indent="0" algn="ctr">
              <a:buFontTx/>
              <a:buNone/>
              <a:defRPr sz="2400" baseline="0">
                <a:solidFill>
                  <a:schemeClr val="bg1"/>
                </a:solidFill>
              </a:defRPr>
            </a:lvl1pPr>
            <a:lvl2pPr marL="453541" indent="0">
              <a:buFontTx/>
              <a:buNone/>
              <a:defRPr sz="2933" baseline="0">
                <a:solidFill>
                  <a:schemeClr val="tx2"/>
                </a:solidFill>
              </a:defRPr>
            </a:lvl2pPr>
            <a:lvl3pPr marL="907083" indent="0">
              <a:buFontTx/>
              <a:buNone/>
              <a:defRPr sz="2933" baseline="0">
                <a:solidFill>
                  <a:schemeClr val="tx2"/>
                </a:solidFill>
              </a:defRPr>
            </a:lvl3pPr>
            <a:lvl4pPr marL="1360625" indent="0">
              <a:buFontTx/>
              <a:buNone/>
              <a:defRPr sz="2933" baseline="0">
                <a:solidFill>
                  <a:schemeClr val="tx2"/>
                </a:solidFill>
              </a:defRPr>
            </a:lvl4pPr>
            <a:lvl5pPr marL="1814167" indent="0">
              <a:buFontTx/>
              <a:buNone/>
              <a:defRPr sz="2933" baseline="0">
                <a:solidFill>
                  <a:schemeClr val="tx2"/>
                </a:solidFill>
              </a:defRPr>
            </a:lvl5pPr>
          </a:lstStyle>
          <a:p>
            <a:pPr lvl="0"/>
            <a:r>
              <a:rPr lang="pl-PL" dirty="0" err="1"/>
              <a:t>Date</a:t>
            </a:r>
            <a:r>
              <a:rPr lang="pl-PL" dirty="0"/>
              <a:t> </a:t>
            </a:r>
            <a:r>
              <a:rPr lang="pl-PL" dirty="0" err="1"/>
              <a:t>goes</a:t>
            </a:r>
            <a:r>
              <a:rPr lang="pl-PL" dirty="0"/>
              <a:t> </a:t>
            </a:r>
            <a:r>
              <a:rPr lang="pl-PL" dirty="0" err="1"/>
              <a:t>here</a:t>
            </a:r>
            <a:endParaRPr lang="pl-PL" dirty="0"/>
          </a:p>
        </p:txBody>
      </p:sp>
      <p:sp>
        <p:nvSpPr>
          <p:cNvPr id="39" name="Picture Placeholder 38">
            <a:extLst>
              <a:ext uri="{FF2B5EF4-FFF2-40B4-BE49-F238E27FC236}">
                <a16:creationId xmlns:a16="http://schemas.microsoft.com/office/drawing/2014/main" id="{22A9AAEC-2B60-954B-96DD-3A14026F3288}"/>
              </a:ext>
            </a:extLst>
          </p:cNvPr>
          <p:cNvSpPr>
            <a:spLocks noGrp="1"/>
          </p:cNvSpPr>
          <p:nvPr>
            <p:ph type="pic" sz="quarter" idx="14"/>
          </p:nvPr>
        </p:nvSpPr>
        <p:spPr>
          <a:xfrm>
            <a:off x="0" y="0"/>
            <a:ext cx="3870325" cy="6858000"/>
          </a:xfrm>
          <a:prstGeom prst="rect">
            <a:avLst/>
          </a:prstGeom>
        </p:spPr>
        <p:txBody>
          <a:bodyPr lIns="90704" tIns="45352" rIns="90704" bIns="45352"/>
          <a:lstStyle/>
          <a:p>
            <a:endParaRPr lang="pl-PL"/>
          </a:p>
        </p:txBody>
      </p:sp>
    </p:spTree>
    <p:extLst>
      <p:ext uri="{BB962C8B-B14F-4D97-AF65-F5344CB8AC3E}">
        <p14:creationId xmlns:p14="http://schemas.microsoft.com/office/powerpoint/2010/main" val="97059411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EMPTY WITH TITL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DCB63A60-0A2F-DB4D-B049-C7C4FF8ED21D}"/>
              </a:ext>
            </a:extLst>
          </p:cNvPr>
          <p:cNvSpPr>
            <a:spLocks noGrp="1"/>
          </p:cNvSpPr>
          <p:nvPr>
            <p:ph type="title" hasCustomPrompt="1"/>
          </p:nvPr>
        </p:nvSpPr>
        <p:spPr>
          <a:xfrm>
            <a:off x="610397" y="546557"/>
            <a:ext cx="10645935" cy="507088"/>
          </a:xfrm>
          <a:prstGeom prst="rect">
            <a:avLst/>
          </a:prstGeom>
          <a:noFill/>
        </p:spPr>
        <p:txBody>
          <a:bodyPr wrap="square" lIns="90704" tIns="45352" rIns="90704" bIns="45352" rtlCol="0" anchor="ctr" anchorCtr="0">
            <a:spAutoFit/>
          </a:bodyPr>
          <a:lstStyle>
            <a:lvl1pPr>
              <a:defRPr lang="uk-UA" sz="3000" b="1">
                <a:latin typeface="Calibri" charset="0"/>
                <a:ea typeface="Calibri" charset="0"/>
                <a:cs typeface="Calibri" charset="0"/>
              </a:defRPr>
            </a:lvl1pPr>
          </a:lstStyle>
          <a:p>
            <a:pPr marL="0" lvl="0"/>
            <a:r>
              <a:rPr lang="en-US" dirty="0"/>
              <a:t>Title goes here</a:t>
            </a:r>
            <a:endParaRPr lang="uk-UA" dirty="0"/>
          </a:p>
        </p:txBody>
      </p:sp>
      <p:cxnSp>
        <p:nvCxnSpPr>
          <p:cNvPr id="13" name="Straight Connector 1">
            <a:extLst>
              <a:ext uri="{FF2B5EF4-FFF2-40B4-BE49-F238E27FC236}">
                <a16:creationId xmlns:a16="http://schemas.microsoft.com/office/drawing/2014/main" id="{CACEC802-F2DC-9F49-B96D-08F142BA932A}"/>
              </a:ext>
            </a:extLst>
          </p:cNvPr>
          <p:cNvCxnSpPr/>
          <p:nvPr userDrawn="1"/>
        </p:nvCxnSpPr>
        <p:spPr>
          <a:xfrm>
            <a:off x="469901" y="457200"/>
            <a:ext cx="0" cy="6858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4">
            <a:extLst>
              <a:ext uri="{FF2B5EF4-FFF2-40B4-BE49-F238E27FC236}">
                <a16:creationId xmlns:a16="http://schemas.microsoft.com/office/drawing/2014/main" id="{53F1C73B-9C31-DB47-9899-36D06AE8543C}"/>
              </a:ext>
            </a:extLst>
          </p:cNvPr>
          <p:cNvCxnSpPr/>
          <p:nvPr userDrawn="1"/>
        </p:nvCxnSpPr>
        <p:spPr>
          <a:xfrm>
            <a:off x="469901" y="6124657"/>
            <a:ext cx="0" cy="4953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5F9D735-6908-534F-80BC-360625B39C36}"/>
              </a:ext>
            </a:extLst>
          </p:cNvPr>
          <p:cNvPicPr>
            <a:picLocks noChangeAspect="1"/>
          </p:cNvPicPr>
          <p:nvPr userDrawn="1"/>
        </p:nvPicPr>
        <p:blipFill>
          <a:blip r:embed="rId2"/>
          <a:stretch>
            <a:fillRect/>
          </a:stretch>
        </p:blipFill>
        <p:spPr>
          <a:xfrm>
            <a:off x="693053" y="6124657"/>
            <a:ext cx="1604152" cy="483664"/>
          </a:xfrm>
          <a:prstGeom prst="rect">
            <a:avLst/>
          </a:prstGeom>
        </p:spPr>
      </p:pic>
      <p:sp>
        <p:nvSpPr>
          <p:cNvPr id="21" name="Prostokąt 6">
            <a:extLst>
              <a:ext uri="{FF2B5EF4-FFF2-40B4-BE49-F238E27FC236}">
                <a16:creationId xmlns:a16="http://schemas.microsoft.com/office/drawing/2014/main" id="{53E3127C-A33F-8C40-A146-CFE425A7D5CC}"/>
              </a:ext>
            </a:extLst>
          </p:cNvPr>
          <p:cNvSpPr/>
          <p:nvPr userDrawn="1"/>
        </p:nvSpPr>
        <p:spPr>
          <a:xfrm>
            <a:off x="11718789" y="0"/>
            <a:ext cx="473211"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22" name="Obraz 9">
            <a:extLst>
              <a:ext uri="{FF2B5EF4-FFF2-40B4-BE49-F238E27FC236}">
                <a16:creationId xmlns:a16="http://schemas.microsoft.com/office/drawing/2014/main" id="{EB4B66BA-85FB-2740-B8B5-E4B5CD2A30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00730" y="200665"/>
            <a:ext cx="342333" cy="377146"/>
          </a:xfrm>
          <a:prstGeom prst="rect">
            <a:avLst/>
          </a:prstGeom>
        </p:spPr>
      </p:pic>
      <p:sp>
        <p:nvSpPr>
          <p:cNvPr id="23" name="Rectangle 22">
            <a:extLst>
              <a:ext uri="{FF2B5EF4-FFF2-40B4-BE49-F238E27FC236}">
                <a16:creationId xmlns:a16="http://schemas.microsoft.com/office/drawing/2014/main" id="{C61A9943-D89F-864D-B1A2-49D9072963BA}"/>
              </a:ext>
            </a:extLst>
          </p:cNvPr>
          <p:cNvSpPr/>
          <p:nvPr userDrawn="1"/>
        </p:nvSpPr>
        <p:spPr>
          <a:xfrm>
            <a:off x="11770366" y="6354321"/>
            <a:ext cx="404248" cy="348383"/>
          </a:xfrm>
          <a:prstGeom prst="rect">
            <a:avLst/>
          </a:prstGeom>
        </p:spPr>
        <p:txBody>
          <a:bodyPr wrap="none" lIns="60469" tIns="30235" rIns="60469" bIns="30235">
            <a:spAutoFit/>
          </a:bodyPr>
          <a:lstStyle/>
          <a:p>
            <a:fld id="{E5B4EB64-54DE-40F8-9354-51A55C032A93}" type="slidenum">
              <a:rPr lang="pl-PL" sz="1867" b="1" smtClean="0">
                <a:solidFill>
                  <a:schemeClr val="bg1"/>
                </a:solidFill>
              </a:rPr>
              <a:pPr/>
              <a:t>‹#›</a:t>
            </a:fld>
            <a:endParaRPr lang="pl-PL" sz="1200"/>
          </a:p>
        </p:txBody>
      </p:sp>
    </p:spTree>
    <p:extLst>
      <p:ext uri="{BB962C8B-B14F-4D97-AF65-F5344CB8AC3E}">
        <p14:creationId xmlns:p14="http://schemas.microsoft.com/office/powerpoint/2010/main" val="20543448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30" name="Prostokąt 10">
            <a:extLst>
              <a:ext uri="{FF2B5EF4-FFF2-40B4-BE49-F238E27FC236}">
                <a16:creationId xmlns:a16="http://schemas.microsoft.com/office/drawing/2014/main" id="{8B9F059C-04F3-8746-914A-2F23F849AB26}"/>
              </a:ext>
            </a:extLst>
          </p:cNvPr>
          <p:cNvSpPr/>
          <p:nvPr/>
        </p:nvSpPr>
        <p:spPr>
          <a:xfrm>
            <a:off x="1" y="0"/>
            <a:ext cx="7088373"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sp>
        <p:nvSpPr>
          <p:cNvPr id="34" name="Picture Placeholder 38">
            <a:extLst>
              <a:ext uri="{FF2B5EF4-FFF2-40B4-BE49-F238E27FC236}">
                <a16:creationId xmlns:a16="http://schemas.microsoft.com/office/drawing/2014/main" id="{C3DEE2CE-5ADA-914A-A6D4-402AC05FF6A9}"/>
              </a:ext>
            </a:extLst>
          </p:cNvPr>
          <p:cNvSpPr>
            <a:spLocks noGrp="1"/>
          </p:cNvSpPr>
          <p:nvPr>
            <p:ph type="pic" sz="quarter" idx="14"/>
          </p:nvPr>
        </p:nvSpPr>
        <p:spPr>
          <a:xfrm>
            <a:off x="7088372" y="0"/>
            <a:ext cx="5103629" cy="6858000"/>
          </a:xfrm>
          <a:prstGeom prst="rect">
            <a:avLst/>
          </a:prstGeom>
        </p:spPr>
        <p:txBody>
          <a:bodyPr/>
          <a:lstStyle/>
          <a:p>
            <a:r>
              <a:rPr lang="en-US"/>
              <a:t>Click icon to add picture</a:t>
            </a:r>
            <a:endParaRPr lang="pl-PL"/>
          </a:p>
        </p:txBody>
      </p:sp>
      <p:pic>
        <p:nvPicPr>
          <p:cNvPr id="27" name="Picture 26">
            <a:extLst>
              <a:ext uri="{FF2B5EF4-FFF2-40B4-BE49-F238E27FC236}">
                <a16:creationId xmlns:a16="http://schemas.microsoft.com/office/drawing/2014/main" id="{9D5E7584-F5F1-A84A-8BA2-03533636A742}"/>
              </a:ext>
            </a:extLst>
          </p:cNvPr>
          <p:cNvPicPr>
            <a:picLocks noChangeAspect="1"/>
          </p:cNvPicPr>
          <p:nvPr/>
        </p:nvPicPr>
        <p:blipFill>
          <a:blip r:embed="rId2"/>
          <a:stretch>
            <a:fillRect/>
          </a:stretch>
        </p:blipFill>
        <p:spPr>
          <a:xfrm>
            <a:off x="1635972" y="5130009"/>
            <a:ext cx="3816431" cy="615554"/>
          </a:xfrm>
          <a:prstGeom prst="rect">
            <a:avLst/>
          </a:prstGeom>
        </p:spPr>
      </p:pic>
      <p:sp>
        <p:nvSpPr>
          <p:cNvPr id="28" name="pole tekstowe 1">
            <a:extLst>
              <a:ext uri="{FF2B5EF4-FFF2-40B4-BE49-F238E27FC236}">
                <a16:creationId xmlns:a16="http://schemas.microsoft.com/office/drawing/2014/main" id="{1EBCD86C-CC45-DE44-BB25-964DCBBDDEA4}"/>
              </a:ext>
            </a:extLst>
          </p:cNvPr>
          <p:cNvSpPr txBox="1"/>
          <p:nvPr/>
        </p:nvSpPr>
        <p:spPr>
          <a:xfrm>
            <a:off x="2125234" y="1944817"/>
            <a:ext cx="3303045" cy="738169"/>
          </a:xfrm>
          <a:prstGeom prst="rect">
            <a:avLst/>
          </a:prstGeom>
          <a:noFill/>
        </p:spPr>
        <p:txBody>
          <a:bodyPr wrap="square" lIns="60469" tIns="30235" rIns="60469" bIns="30235" rtlCol="0">
            <a:spAutoFit/>
          </a:bodyPr>
          <a:lstStyle/>
          <a:p>
            <a:r>
              <a:rPr lang="en-US" sz="4400" b="1">
                <a:solidFill>
                  <a:schemeClr val="bg1"/>
                </a:solidFill>
                <a:latin typeface="+mj-lt"/>
              </a:rPr>
              <a:t>Thank you</a:t>
            </a:r>
            <a:endParaRPr lang="pl-PL" sz="4400" b="1">
              <a:solidFill>
                <a:schemeClr val="bg1"/>
              </a:solidFill>
              <a:latin typeface="+mj-lt"/>
            </a:endParaRPr>
          </a:p>
        </p:txBody>
      </p:sp>
      <p:sp>
        <p:nvSpPr>
          <p:cNvPr id="29" name="pole tekstowe 1">
            <a:extLst>
              <a:ext uri="{FF2B5EF4-FFF2-40B4-BE49-F238E27FC236}">
                <a16:creationId xmlns:a16="http://schemas.microsoft.com/office/drawing/2014/main" id="{C8ECBCAB-DBDC-2F41-A995-8A39A948BEC0}"/>
              </a:ext>
            </a:extLst>
          </p:cNvPr>
          <p:cNvSpPr txBox="1"/>
          <p:nvPr/>
        </p:nvSpPr>
        <p:spPr>
          <a:xfrm>
            <a:off x="2141543" y="2565005"/>
            <a:ext cx="3779161" cy="604927"/>
          </a:xfrm>
          <a:prstGeom prst="rect">
            <a:avLst/>
          </a:prstGeom>
          <a:noFill/>
        </p:spPr>
        <p:txBody>
          <a:bodyPr wrap="square" lIns="60469" tIns="30235" rIns="60469" bIns="30235" rtlCol="0">
            <a:spAutoFit/>
          </a:bodyPr>
          <a:lstStyle/>
          <a:p>
            <a:r>
              <a:rPr lang="pl-PL" sz="3534">
                <a:solidFill>
                  <a:schemeClr val="bg1"/>
                </a:solidFill>
              </a:rPr>
              <a:t>for </a:t>
            </a:r>
            <a:r>
              <a:rPr lang="pl-PL" sz="3534" err="1">
                <a:solidFill>
                  <a:schemeClr val="bg1"/>
                </a:solidFill>
              </a:rPr>
              <a:t>your</a:t>
            </a:r>
            <a:r>
              <a:rPr lang="pl-PL" sz="3534">
                <a:solidFill>
                  <a:schemeClr val="bg1"/>
                </a:solidFill>
              </a:rPr>
              <a:t> </a:t>
            </a:r>
            <a:r>
              <a:rPr lang="pl-PL" sz="3534" err="1">
                <a:solidFill>
                  <a:schemeClr val="bg1"/>
                </a:solidFill>
              </a:rPr>
              <a:t>time</a:t>
            </a:r>
            <a:endParaRPr lang="pl-PL" sz="3534">
              <a:solidFill>
                <a:schemeClr val="bg1"/>
              </a:solidFill>
            </a:endParaRPr>
          </a:p>
        </p:txBody>
      </p:sp>
    </p:spTree>
    <p:extLst>
      <p:ext uri="{BB962C8B-B14F-4D97-AF65-F5344CB8AC3E}">
        <p14:creationId xmlns:p14="http://schemas.microsoft.com/office/powerpoint/2010/main" val="36128745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theme" Target="../theme/theme1.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4BE92-389B-0341-B6CB-DFC75319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CCFD36-B6E1-3D46-871A-AE04116A7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4BFA8-1493-1B43-A896-2DD3D63C9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269190-6A13-034E-92A6-8400565D510F}" type="datetimeFigureOut">
              <a:rPr lang="en-US" smtClean="0"/>
              <a:t>4/2/2022</a:t>
            </a:fld>
            <a:endParaRPr lang="en-US"/>
          </a:p>
        </p:txBody>
      </p:sp>
      <p:sp>
        <p:nvSpPr>
          <p:cNvPr id="5" name="Footer Placeholder 4">
            <a:extLst>
              <a:ext uri="{FF2B5EF4-FFF2-40B4-BE49-F238E27FC236}">
                <a16:creationId xmlns:a16="http://schemas.microsoft.com/office/drawing/2014/main" id="{3E9602DB-A231-A441-8A07-2D9F5DA83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0D0E97-533E-584C-B315-8B57D7564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4FF79-6540-2F4E-9250-0A9D95AD69B6}" type="slidenum">
              <a:rPr lang="en-US" smtClean="0"/>
              <a:t>‹#›</a:t>
            </a:fld>
            <a:endParaRPr lang="en-US"/>
          </a:p>
        </p:txBody>
      </p:sp>
    </p:spTree>
    <p:extLst>
      <p:ext uri="{BB962C8B-B14F-4D97-AF65-F5344CB8AC3E}">
        <p14:creationId xmlns:p14="http://schemas.microsoft.com/office/powerpoint/2010/main" val="217806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brindha.muruga@aspiresystems.biz" TargetMode="External" /><Relationship Id="rId1" Type="http://schemas.openxmlformats.org/officeDocument/2006/relationships/slideLayout" Target="../slideLayouts/slideLayout12.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3.xml"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2.xml" /><Relationship Id="rId1" Type="http://schemas.openxmlformats.org/officeDocument/2006/relationships/slideLayout" Target="../slideLayouts/slideLayout13.xml" /></Relationships>
</file>

<file path=ppt/slides/_rels/slide4.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1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2611" y="1418938"/>
            <a:ext cx="7876673" cy="1716778"/>
          </a:xfrm>
        </p:spPr>
        <p:txBody>
          <a:bodyPr/>
          <a:lstStyle/>
          <a:p>
            <a:br>
              <a:rPr lang="en-US" dirty="0"/>
            </a:br>
            <a:r>
              <a:rPr lang="en-US"/>
              <a:t>web </a:t>
            </a:r>
            <a:r>
              <a:rPr lang="en-IN"/>
              <a:t>request life request</a:t>
            </a:r>
            <a:endParaRPr lang="en-US" dirty="0"/>
          </a:p>
        </p:txBody>
      </p:sp>
      <p:sp>
        <p:nvSpPr>
          <p:cNvPr id="3" name="TextBox 2"/>
          <p:cNvSpPr txBox="1"/>
          <p:nvPr/>
        </p:nvSpPr>
        <p:spPr>
          <a:xfrm>
            <a:off x="145279" y="1273323"/>
            <a:ext cx="3708873" cy="1200329"/>
          </a:xfrm>
          <a:prstGeom prst="rect">
            <a:avLst/>
          </a:prstGeom>
          <a:noFill/>
        </p:spPr>
        <p:txBody>
          <a:bodyPr wrap="square" rtlCol="0">
            <a:spAutoFit/>
          </a:bodyPr>
          <a:lstStyle/>
          <a:p>
            <a:r>
              <a:rPr lang="en-IN"/>
              <a:t>Sandhiya S</a:t>
            </a:r>
            <a:endParaRPr lang="en-IN" dirty="0"/>
          </a:p>
          <a:p>
            <a:r>
              <a:rPr lang="en-IN">
                <a:hlinkClick r:id="rId2"/>
              </a:rPr>
              <a:t>Sandhiya.sakthivel@</a:t>
            </a:r>
            <a:r>
              <a:rPr lang="en-IN" dirty="0">
                <a:hlinkClick r:id="rId2"/>
              </a:rPr>
              <a:t>aspiresystems.biz</a:t>
            </a:r>
            <a:endParaRPr lang="en-IN" dirty="0"/>
          </a:p>
          <a:p>
            <a:endParaRPr lang="en-IN" dirty="0"/>
          </a:p>
        </p:txBody>
      </p:sp>
    </p:spTree>
    <p:extLst>
      <p:ext uri="{BB962C8B-B14F-4D97-AF65-F5344CB8AC3E}">
        <p14:creationId xmlns:p14="http://schemas.microsoft.com/office/powerpoint/2010/main" val="302796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33"/>
              <a:t>Web request lifecycle</a:t>
            </a:r>
            <a:endParaRPr lang="en-US" sz="2933" dirty="0"/>
          </a:p>
        </p:txBody>
      </p:sp>
      <p:sp>
        <p:nvSpPr>
          <p:cNvPr id="5" name="TextBox 4"/>
          <p:cNvSpPr txBox="1"/>
          <p:nvPr/>
        </p:nvSpPr>
        <p:spPr>
          <a:xfrm>
            <a:off x="820397" y="1854438"/>
            <a:ext cx="10195132" cy="3693319"/>
          </a:xfrm>
          <a:prstGeom prst="rect">
            <a:avLst/>
          </a:prstGeom>
          <a:noFill/>
        </p:spPr>
        <p:txBody>
          <a:bodyPr wrap="square" rtlCol="0">
            <a:spAutoFit/>
          </a:bodyPr>
          <a:lstStyle/>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Web Application needs lots of technology to build code. </a:t>
            </a:r>
          </a:p>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After creating the socket the web Browser submits the request to the server. </a:t>
            </a:r>
          </a:p>
          <a:p>
            <a:pPr marL="285750" indent="-28575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The http server waits for the request to come on socket i.e. port-80.
The web browser translates the yahoo.com to an IP address if it does not knows it.
If the web browser does not recognize the address it contacts a DNS Server to resolve the name.
The browser will open a TCP connection to the IP address of yahoo.com and send a HTTP GET request over.
The request is then submitted to DNS server where IP address is fetched based on domain name.
Now the request is submitted to Http Server as per HTTP protocol.
Http server receives the request and shifts the client to another socket.
So the socket on port-80 is released to receive request from other clients.
Web Browser &amp; server both are connected to each other.
The server will process the request, renders the response &amp; breaks the connection.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688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98FB0418-E780-EE4D-BEE1-3E357C171D43}"/>
              </a:ext>
            </a:extLst>
          </p:cNvPr>
          <p:cNvSpPr txBox="1">
            <a:spLocks/>
          </p:cNvSpPr>
          <p:nvPr/>
        </p:nvSpPr>
        <p:spPr>
          <a:xfrm>
            <a:off x="3543646" y="1683941"/>
            <a:ext cx="7429154" cy="3446525"/>
          </a:xfrm>
          <a:prstGeom prst="rect">
            <a:avLst/>
          </a:prstGeom>
        </p:spPr>
        <p:txBody>
          <a:bodyPr anchor="ctr">
            <a:normAutofit/>
          </a:bodyPr>
          <a:lstStyle>
            <a:lvl1pPr marL="340139" indent="-340139" algn="l" defTabSz="1360557" rtl="0" eaLnBrk="1" latinLnBrk="0" hangingPunct="1">
              <a:lnSpc>
                <a:spcPct val="90000"/>
              </a:lnSpc>
              <a:spcBef>
                <a:spcPts val="1488"/>
              </a:spcBef>
              <a:buFont typeface="Arial" panose="020B0604020202020204" pitchFamily="34" charset="0"/>
              <a:buChar char="•"/>
              <a:defRPr sz="4100" kern="1200">
                <a:solidFill>
                  <a:schemeClr val="tx1"/>
                </a:solidFill>
                <a:latin typeface="+mn-lt"/>
                <a:ea typeface="+mn-ea"/>
                <a:cs typeface="+mn-cs"/>
              </a:defRPr>
            </a:lvl1pPr>
            <a:lvl2pPr marL="1020418" indent="-340139" algn="l" defTabSz="1360557" rtl="0" eaLnBrk="1" latinLnBrk="0" hangingPunct="1">
              <a:lnSpc>
                <a:spcPct val="90000"/>
              </a:lnSpc>
              <a:spcBef>
                <a:spcPts val="744"/>
              </a:spcBef>
              <a:buFont typeface="Arial" panose="020B0604020202020204" pitchFamily="34" charset="0"/>
              <a:buChar char="•"/>
              <a:defRPr sz="3600" kern="1200">
                <a:solidFill>
                  <a:schemeClr val="tx1"/>
                </a:solidFill>
                <a:latin typeface="+mn-lt"/>
                <a:ea typeface="+mn-ea"/>
                <a:cs typeface="+mn-cs"/>
              </a:defRPr>
            </a:lvl2pPr>
            <a:lvl3pPr marL="1700696" indent="-340139" algn="l" defTabSz="1360557" rtl="0" eaLnBrk="1" latinLnBrk="0" hangingPunct="1">
              <a:lnSpc>
                <a:spcPct val="90000"/>
              </a:lnSpc>
              <a:spcBef>
                <a:spcPts val="744"/>
              </a:spcBef>
              <a:buFont typeface="Arial" panose="020B0604020202020204" pitchFamily="34" charset="0"/>
              <a:buChar char="•"/>
              <a:defRPr sz="3000" kern="1200">
                <a:solidFill>
                  <a:schemeClr val="tx1"/>
                </a:solidFill>
                <a:latin typeface="+mn-lt"/>
                <a:ea typeface="+mn-ea"/>
                <a:cs typeface="+mn-cs"/>
              </a:defRPr>
            </a:lvl3pPr>
            <a:lvl4pPr marL="2380974"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4pPr>
            <a:lvl5pPr marL="3061253"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5pPr>
            <a:lvl6pPr marL="374153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6pPr>
            <a:lvl7pPr marL="4421811"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7pPr>
            <a:lvl8pPr marL="5102089"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8pPr>
            <a:lvl9pPr marL="5782367" indent="-340139" algn="l" defTabSz="1360557" rtl="0" eaLnBrk="1" latinLnBrk="0" hangingPunct="1">
              <a:lnSpc>
                <a:spcPct val="90000"/>
              </a:lnSpc>
              <a:spcBef>
                <a:spcPts val="744"/>
              </a:spcBef>
              <a:buFont typeface="Arial" panose="020B0604020202020204" pitchFamily="34" charset="0"/>
              <a:buChar char="•"/>
              <a:defRPr sz="2700" kern="1200">
                <a:solidFill>
                  <a:schemeClr val="tx1"/>
                </a:solidFill>
                <a:latin typeface="+mn-lt"/>
                <a:ea typeface="+mn-ea"/>
                <a:cs typeface="+mn-cs"/>
              </a:defRPr>
            </a:lvl9pPr>
          </a:lstStyle>
          <a:p>
            <a:endParaRPr lang="en-US" sz="1333" dirty="0"/>
          </a:p>
        </p:txBody>
      </p:sp>
      <p:sp>
        <p:nvSpPr>
          <p:cNvPr id="3" name="Rounded Rectangle 2"/>
          <p:cNvSpPr/>
          <p:nvPr/>
        </p:nvSpPr>
        <p:spPr>
          <a:xfrm>
            <a:off x="585539" y="1218722"/>
            <a:ext cx="10274967" cy="1504426"/>
          </a:xfrm>
          <a:prstGeom prst="roundRect">
            <a:avLst/>
          </a:prstGeom>
          <a:noFill/>
          <a:ln w="63500">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960" tIns="30480" rIns="60960" bIns="30480" numCol="1" spcCol="0" rtlCol="0" fromWordArt="0" anchor="t" anchorCtr="0" forceAA="0" compatLnSpc="1">
            <a:prstTxWarp prst="textNoShape">
              <a:avLst/>
            </a:prstTxWarp>
            <a:noAutofit/>
          </a:bodyPr>
          <a:lstStyle/>
          <a:p>
            <a:endParaRPr lang="en-US" sz="2133" b="1" dirty="0">
              <a:solidFill>
                <a:schemeClr val="tx1"/>
              </a:solidFill>
            </a:endParaRPr>
          </a:p>
        </p:txBody>
      </p:sp>
      <p:pic>
        <p:nvPicPr>
          <p:cNvPr id="8" name="Picture 7">
            <a:extLst>
              <a:ext uri="{FF2B5EF4-FFF2-40B4-BE49-F238E27FC236}">
                <a16:creationId xmlns:a16="http://schemas.microsoft.com/office/drawing/2014/main" id="{B9A25784-4F79-4343-A6E3-1E035A1D47DD}"/>
              </a:ext>
            </a:extLst>
          </p:cNvPr>
          <p:cNvPicPr>
            <a:picLocks noChangeAspect="1"/>
          </p:cNvPicPr>
          <p:nvPr/>
        </p:nvPicPr>
        <p:blipFill>
          <a:blip r:embed="rId3"/>
          <a:stretch>
            <a:fillRect/>
          </a:stretch>
        </p:blipFill>
        <p:spPr>
          <a:xfrm>
            <a:off x="2493819" y="489047"/>
            <a:ext cx="6307892" cy="5988505"/>
          </a:xfrm>
          <a:prstGeom prst="rect">
            <a:avLst/>
          </a:prstGeom>
        </p:spPr>
      </p:pic>
    </p:spTree>
    <p:extLst>
      <p:ext uri="{BB962C8B-B14F-4D97-AF65-F5344CB8AC3E}">
        <p14:creationId xmlns:p14="http://schemas.microsoft.com/office/powerpoint/2010/main" val="2918643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2298" r="22298"/>
          <a:stretch>
            <a:fillRect/>
          </a:stretch>
        </p:blipFill>
        <p:spPr/>
      </p:pic>
    </p:spTree>
    <p:extLst>
      <p:ext uri="{BB962C8B-B14F-4D97-AF65-F5344CB8AC3E}">
        <p14:creationId xmlns:p14="http://schemas.microsoft.com/office/powerpoint/2010/main" val="9725841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TotalTime>
  <Words>510</Words>
  <Application>Microsoft Office PowerPoint</Application>
  <PresentationFormat>Widescreen</PresentationFormat>
  <Paragraphs>28</Paragraphs>
  <Slides>4</Slides>
  <Notes>2</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 web request life request</vt:lpstr>
      <vt:lpstr>Web request lifecycle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Synergy</dc:title>
  <dc:creator>Hemalatha Manu Anand</dc:creator>
  <cp:lastModifiedBy>Sandhiya S</cp:lastModifiedBy>
  <cp:revision>13</cp:revision>
  <dcterms:created xsi:type="dcterms:W3CDTF">2020-06-30T04:13:35Z</dcterms:created>
  <dcterms:modified xsi:type="dcterms:W3CDTF">2022-04-02T04:15:58Z</dcterms:modified>
</cp:coreProperties>
</file>