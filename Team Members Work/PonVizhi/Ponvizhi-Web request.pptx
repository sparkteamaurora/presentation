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"/>
  </p:notesMasterIdLst>
  <p:sldIdLst>
    <p:sldId id="288" r:id="rId2"/>
    <p:sldId id="260" r:id="rId3"/>
    <p:sldId id="287" r:id="rId4"/>
    <p:sldId id="277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E54DF14-EBFA-4D14-8525-09A1CFB8CAB7}" v="159" dt="2022-04-02T04:11:13.047"/>
    <p1510:client id="{924CBAFE-38C6-4566-BAB3-CE94E758A95A}" v="80" dt="2022-04-02T04:03:25.51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2160"/>
        <p:guide pos="3840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12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microsoft.com/office/2016/11/relationships/changesInfo" Target="changesInfos/changesInfo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eam Aurora" userId="9687079514d03fb9" providerId="Windows Live" clId="Web-{1E54DF14-EBFA-4D14-8525-09A1CFB8CAB7}"/>
    <pc:docChg chg="addSld delSld modSld sldOrd">
      <pc:chgData name="Team Aurora" userId="9687079514d03fb9" providerId="Windows Live" clId="Web-{1E54DF14-EBFA-4D14-8525-09A1CFB8CAB7}" dt="2022-04-02T04:11:13.047" v="86" actId="20577"/>
      <pc:docMkLst>
        <pc:docMk/>
      </pc:docMkLst>
      <pc:sldChg chg="del">
        <pc:chgData name="Team Aurora" userId="9687079514d03fb9" providerId="Windows Live" clId="Web-{1E54DF14-EBFA-4D14-8525-09A1CFB8CAB7}" dt="2022-04-02T04:05:37.430" v="0"/>
        <pc:sldMkLst>
          <pc:docMk/>
          <pc:sldMk cId="3027967980" sldId="257"/>
        </pc:sldMkLst>
      </pc:sldChg>
      <pc:sldChg chg="addSp delSp modSp add ord">
        <pc:chgData name="Team Aurora" userId="9687079514d03fb9" providerId="Windows Live" clId="Web-{1E54DF14-EBFA-4D14-8525-09A1CFB8CAB7}" dt="2022-04-02T04:11:13.047" v="86" actId="20577"/>
        <pc:sldMkLst>
          <pc:docMk/>
          <pc:sldMk cId="681652822" sldId="288"/>
        </pc:sldMkLst>
        <pc:spChg chg="mod">
          <ac:chgData name="Team Aurora" userId="9687079514d03fb9" providerId="Windows Live" clId="Web-{1E54DF14-EBFA-4D14-8525-09A1CFB8CAB7}" dt="2022-04-02T04:06:10.102" v="20" actId="20577"/>
          <ac:spMkLst>
            <pc:docMk/>
            <pc:sldMk cId="681652822" sldId="288"/>
            <ac:spMk id="2" creationId="{00000000-0000-0000-0000-000000000000}"/>
          </ac:spMkLst>
        </pc:spChg>
        <pc:spChg chg="add mod">
          <ac:chgData name="Team Aurora" userId="9687079514d03fb9" providerId="Windows Live" clId="Web-{1E54DF14-EBFA-4D14-8525-09A1CFB8CAB7}" dt="2022-04-02T04:11:13.047" v="86" actId="20577"/>
          <ac:spMkLst>
            <pc:docMk/>
            <pc:sldMk cId="681652822" sldId="288"/>
            <ac:spMk id="3" creationId="{9867C46E-6C6E-DA64-FAD2-5854F0275D56}"/>
          </ac:spMkLst>
        </pc:spChg>
        <pc:spChg chg="add mod">
          <ac:chgData name="Team Aurora" userId="9687079514d03fb9" providerId="Windows Live" clId="Web-{1E54DF14-EBFA-4D14-8525-09A1CFB8CAB7}" dt="2022-04-02T04:08:57.622" v="83" actId="20577"/>
          <ac:spMkLst>
            <pc:docMk/>
            <pc:sldMk cId="681652822" sldId="288"/>
            <ac:spMk id="4" creationId="{AE91C795-7250-10CB-ADC1-2B2512C91E96}"/>
          </ac:spMkLst>
        </pc:spChg>
        <pc:spChg chg="del">
          <ac:chgData name="Team Aurora" userId="9687079514d03fb9" providerId="Windows Live" clId="Web-{1E54DF14-EBFA-4D14-8525-09A1CFB8CAB7}" dt="2022-04-02T04:06:37.056" v="21"/>
          <ac:spMkLst>
            <pc:docMk/>
            <pc:sldMk cId="681652822" sldId="288"/>
            <ac:spMk id="5" creationId="{376FD1C5-A518-4BB6-BCCA-9E09DFBBF8F6}"/>
          </ac:spMkLst>
        </pc:spChg>
      </pc:sldChg>
      <pc:sldChg chg="new del">
        <pc:chgData name="Team Aurora" userId="9687079514d03fb9" providerId="Windows Live" clId="Web-{1E54DF14-EBFA-4D14-8525-09A1CFB8CAB7}" dt="2022-04-02T04:09:47.576" v="85"/>
        <pc:sldMkLst>
          <pc:docMk/>
          <pc:sldMk cId="430159008" sldId="289"/>
        </pc:sldMkLst>
      </pc:sldChg>
    </pc:docChg>
  </pc:docChgLst>
  <pc:docChgLst>
    <pc:chgData name="Team Aurora" userId="9687079514d03fb9" providerId="Windows Live" clId="Web-{924CBAFE-38C6-4566-BAB3-CE94E758A95A}"/>
    <pc:docChg chg="delSld modSld">
      <pc:chgData name="Team Aurora" userId="9687079514d03fb9" providerId="Windows Live" clId="Web-{924CBAFE-38C6-4566-BAB3-CE94E758A95A}" dt="2022-04-02T04:03:25.519" v="50"/>
      <pc:docMkLst>
        <pc:docMk/>
      </pc:docMkLst>
      <pc:sldChg chg="addSp delSp modSp mod setBg addAnim">
        <pc:chgData name="Team Aurora" userId="9687079514d03fb9" providerId="Windows Live" clId="Web-{924CBAFE-38C6-4566-BAB3-CE94E758A95A}" dt="2022-04-02T04:02:34.237" v="49"/>
        <pc:sldMkLst>
          <pc:docMk/>
          <pc:sldMk cId="3027967980" sldId="257"/>
        </pc:sldMkLst>
        <pc:spChg chg="mod">
          <ac:chgData name="Team Aurora" userId="9687079514d03fb9" providerId="Windows Live" clId="Web-{924CBAFE-38C6-4566-BAB3-CE94E758A95A}" dt="2022-04-02T04:02:34.237" v="48"/>
          <ac:spMkLst>
            <pc:docMk/>
            <pc:sldMk cId="3027967980" sldId="257"/>
            <ac:spMk id="2" creationId="{00000000-0000-0000-0000-000000000000}"/>
          </ac:spMkLst>
        </pc:spChg>
        <pc:spChg chg="del">
          <ac:chgData name="Team Aurora" userId="9687079514d03fb9" providerId="Windows Live" clId="Web-{924CBAFE-38C6-4566-BAB3-CE94E758A95A}" dt="2022-04-02T04:02:13.674" v="47"/>
          <ac:spMkLst>
            <pc:docMk/>
            <pc:sldMk cId="3027967980" sldId="257"/>
            <ac:spMk id="5" creationId="{376FD1C5-A518-4BB6-BCCA-9E09DFBBF8F6}"/>
          </ac:spMkLst>
        </pc:spChg>
        <pc:spChg chg="add">
          <ac:chgData name="Team Aurora" userId="9687079514d03fb9" providerId="Windows Live" clId="Web-{924CBAFE-38C6-4566-BAB3-CE94E758A95A}" dt="2022-04-02T04:02:34.237" v="48"/>
          <ac:spMkLst>
            <pc:docMk/>
            <pc:sldMk cId="3027967980" sldId="257"/>
            <ac:spMk id="8" creationId="{BEE73255-8084-4DF9-BB0B-15EAC92E2CB9}"/>
          </ac:spMkLst>
        </pc:spChg>
        <pc:spChg chg="add">
          <ac:chgData name="Team Aurora" userId="9687079514d03fb9" providerId="Windows Live" clId="Web-{924CBAFE-38C6-4566-BAB3-CE94E758A95A}" dt="2022-04-02T04:02:34.237" v="48"/>
          <ac:spMkLst>
            <pc:docMk/>
            <pc:sldMk cId="3027967980" sldId="257"/>
            <ac:spMk id="10" creationId="{67048353-8981-459A-9BC6-9711CE462E06}"/>
          </ac:spMkLst>
        </pc:spChg>
        <pc:picChg chg="add mod ord modCrop">
          <ac:chgData name="Team Aurora" userId="9687079514d03fb9" providerId="Windows Live" clId="Web-{924CBAFE-38C6-4566-BAB3-CE94E758A95A}" dt="2022-04-02T04:02:34.237" v="48"/>
          <ac:picMkLst>
            <pc:docMk/>
            <pc:sldMk cId="3027967980" sldId="257"/>
            <ac:picMk id="3" creationId="{982D17FE-B34A-47AC-C63B-1AA80E4D6E1D}"/>
          </ac:picMkLst>
        </pc:picChg>
      </pc:sldChg>
      <pc:sldChg chg="addSp modSp">
        <pc:chgData name="Team Aurora" userId="9687079514d03fb9" providerId="Windows Live" clId="Web-{924CBAFE-38C6-4566-BAB3-CE94E758A95A}" dt="2022-04-02T03:32:53.006" v="40" actId="20577"/>
        <pc:sldMkLst>
          <pc:docMk/>
          <pc:sldMk cId="1676885948" sldId="260"/>
        </pc:sldMkLst>
        <pc:spChg chg="mod">
          <ac:chgData name="Team Aurora" userId="9687079514d03fb9" providerId="Windows Live" clId="Web-{924CBAFE-38C6-4566-BAB3-CE94E758A95A}" dt="2022-04-02T03:31:26.989" v="27" actId="20577"/>
          <ac:spMkLst>
            <pc:docMk/>
            <pc:sldMk cId="1676885948" sldId="260"/>
            <ac:spMk id="2" creationId="{00000000-0000-0000-0000-000000000000}"/>
          </ac:spMkLst>
        </pc:spChg>
        <pc:spChg chg="add mod">
          <ac:chgData name="Team Aurora" userId="9687079514d03fb9" providerId="Windows Live" clId="Web-{924CBAFE-38C6-4566-BAB3-CE94E758A95A}" dt="2022-04-02T03:32:53.006" v="40" actId="20577"/>
          <ac:spMkLst>
            <pc:docMk/>
            <pc:sldMk cId="1676885948" sldId="260"/>
            <ac:spMk id="3" creationId="{AEAEAC4C-CA4B-2E5D-3599-76315EA506BD}"/>
          </ac:spMkLst>
        </pc:spChg>
      </pc:sldChg>
      <pc:sldChg chg="del">
        <pc:chgData name="Team Aurora" userId="9687079514d03fb9" providerId="Windows Live" clId="Web-{924CBAFE-38C6-4566-BAB3-CE94E758A95A}" dt="2022-04-02T03:30:30.347" v="0"/>
        <pc:sldMkLst>
          <pc:docMk/>
          <pc:sldMk cId="1917251404" sldId="278"/>
        </pc:sldMkLst>
      </pc:sldChg>
      <pc:sldChg chg="del">
        <pc:chgData name="Team Aurora" userId="9687079514d03fb9" providerId="Windows Live" clId="Web-{924CBAFE-38C6-4566-BAB3-CE94E758A95A}" dt="2022-04-02T03:30:33.659" v="1"/>
        <pc:sldMkLst>
          <pc:docMk/>
          <pc:sldMk cId="2918643661" sldId="279"/>
        </pc:sldMkLst>
      </pc:sldChg>
      <pc:sldChg chg="del">
        <pc:chgData name="Team Aurora" userId="9687079514d03fb9" providerId="Windows Live" clId="Web-{924CBAFE-38C6-4566-BAB3-CE94E758A95A}" dt="2022-04-02T04:03:25.519" v="50"/>
        <pc:sldMkLst>
          <pc:docMk/>
          <pc:sldMk cId="3155930527" sldId="281"/>
        </pc:sldMkLst>
      </pc:sldChg>
      <pc:sldChg chg="del">
        <pc:chgData name="Team Aurora" userId="9687079514d03fb9" providerId="Windows Live" clId="Web-{924CBAFE-38C6-4566-BAB3-CE94E758A95A}" dt="2022-04-02T03:57:51.903" v="45"/>
        <pc:sldMkLst>
          <pc:docMk/>
          <pc:sldMk cId="408878482" sldId="282"/>
        </pc:sldMkLst>
      </pc:sldChg>
      <pc:sldChg chg="del">
        <pc:chgData name="Team Aurora" userId="9687079514d03fb9" providerId="Windows Live" clId="Web-{924CBAFE-38C6-4566-BAB3-CE94E758A95A}" dt="2022-04-02T03:57:54.997" v="46"/>
        <pc:sldMkLst>
          <pc:docMk/>
          <pc:sldMk cId="1687402724" sldId="283"/>
        </pc:sldMkLst>
      </pc:sldChg>
      <pc:sldChg chg="del">
        <pc:chgData name="Team Aurora" userId="9687079514d03fb9" providerId="Windows Live" clId="Web-{924CBAFE-38C6-4566-BAB3-CE94E758A95A}" dt="2022-04-02T03:30:38.644" v="2"/>
        <pc:sldMkLst>
          <pc:docMk/>
          <pc:sldMk cId="3998464545" sldId="286"/>
        </pc:sldMkLst>
      </pc:sldChg>
      <pc:sldChg chg="addSp modSp">
        <pc:chgData name="Team Aurora" userId="9687079514d03fb9" providerId="Windows Live" clId="Web-{924CBAFE-38C6-4566-BAB3-CE94E758A95A}" dt="2022-04-02T03:38:08.919" v="44" actId="14100"/>
        <pc:sldMkLst>
          <pc:docMk/>
          <pc:sldMk cId="848482602" sldId="287"/>
        </pc:sldMkLst>
        <pc:picChg chg="add mod">
          <ac:chgData name="Team Aurora" userId="9687079514d03fb9" providerId="Windows Live" clId="Web-{924CBAFE-38C6-4566-BAB3-CE94E758A95A}" dt="2022-04-02T03:38:08.919" v="44" actId="14100"/>
          <ac:picMkLst>
            <pc:docMk/>
            <pc:sldMk cId="848482602" sldId="287"/>
            <ac:picMk id="3" creationId="{485ABB9B-99BF-0B49-F34B-2DE7BF818A75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968C692-5CE6-0540-AC01-6407800CC529}" type="datetimeFigureOut">
              <a:rPr lang="en-US" smtClean="0"/>
              <a:t>4/1/2022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24A6E64-EA6B-144B-94DB-0E60C4F358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60152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1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2CE19CD-2A84-A345-96E6-222E4F41D16D}" type="slidenum">
              <a:rPr lang="pl-PL" smtClean="0"/>
              <a:t>2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56613989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89FE51-C0F1-1D42-B73F-01C09E05626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A73BDE6-8AFD-BA43-8892-C61848E76AD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5AA151-AEFE-4049-A258-77C6BC0A3F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269190-6A13-034E-92A6-8400565D510F}" type="datetimeFigureOut">
              <a:rPr lang="en-US" smtClean="0"/>
              <a:t>4/1/2022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C0802E-607A-4749-A61F-4C33EC6074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3F85DE-C0B9-FE43-91C7-2864AD3278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84FF79-6540-2F4E-9250-0A9D95AD69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9809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CDE1AD-CBAA-4848-8B6D-F630CB5C55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03C08F-67AF-964D-AAF9-97DF2FA0E7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7B1789-0EB2-9D4F-883E-9D2E70E6FA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269190-6A13-034E-92A6-8400565D510F}" type="datetimeFigureOut">
              <a:rPr lang="en-US" smtClean="0"/>
              <a:t>4/1/2022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352A64-4B0B-984B-B33B-94AD74A3B7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84E82B-61DE-AB40-A6AE-48171FB224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84FF79-6540-2F4E-9250-0A9D95AD69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01733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0F6729-6AD2-2D43-BF32-7E8CE68753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7065BF7-5C67-2F40-9A4A-82348A2FC1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0DCD2F-98E6-7C43-8636-C16BAC2825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269190-6A13-034E-92A6-8400565D510F}" type="datetimeFigureOut">
              <a:rPr lang="en-US" smtClean="0"/>
              <a:t>4/1/2022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09252E-FEB9-BC4F-8922-019C05DC76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3F5BB1-3726-6641-9F3F-FD61952E9E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84FF79-6540-2F4E-9250-0A9D95AD69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22974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1F1C75-D54A-F34F-90AA-C8F7E223F0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FA77E4-0C1E-284E-8350-6B5721F5D3D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03A4C5F-ED64-C14B-8E79-E98E9AB2C11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DED405B-3ED1-644B-881A-A904ED584E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269190-6A13-034E-92A6-8400565D510F}" type="datetimeFigureOut">
              <a:rPr lang="en-US" smtClean="0"/>
              <a:t>4/1/2022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EC7CB19-2CC8-3E43-8735-849064AB47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D24952C-A5E9-8A46-9602-9EAEE2E6CD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84FF79-6540-2F4E-9250-0A9D95AD69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62986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A497CC-597B-7A45-8479-B6A8D9EDFF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7FE9AD-4AF3-CA49-8CEE-E5ECFAA972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8E0ACDE-ACC3-484B-8188-3344B3AA234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A288EBF-F9C4-5345-891A-B8D0E9BA081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118E19B-E311-AD43-96E0-F990D73E9B0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737C03E-B4DC-B84B-8F32-81AD6FEFA6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269190-6A13-034E-92A6-8400565D510F}" type="datetimeFigureOut">
              <a:rPr lang="en-US" smtClean="0"/>
              <a:t>4/1/2022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798CCF3-6249-6B4C-9F2C-B8220B10F2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827DBEF-6C3E-4F49-9AA9-25F4D0ED4D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84FF79-6540-2F4E-9250-0A9D95AD69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15640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7A80A4-22BE-CE4B-951C-84E43A2E72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3BEFA9F-094E-844B-B146-8018F69394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269190-6A13-034E-92A6-8400565D510F}" type="datetimeFigureOut">
              <a:rPr lang="en-US" smtClean="0"/>
              <a:t>4/1/2022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8FFBAB-9B6B-0949-9413-A1D5C8A464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8201D0C-DEDF-3241-8D56-0ED8CDAD09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84FF79-6540-2F4E-9250-0A9D95AD69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22517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A7D4AEA-FB49-7B43-A8D7-6DCF73EFED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269190-6A13-034E-92A6-8400565D510F}" type="datetimeFigureOut">
              <a:rPr lang="en-US" smtClean="0"/>
              <a:t>4/1/2022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87AC87A-8233-904A-A4C3-21F62EFC51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E4D83F-9E9B-E043-9925-EBB71DF740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84FF79-6540-2F4E-9250-0A9D95AD69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30622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CD7D2E-15DA-B947-92C8-70EEEE0F90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8C49B2-A0AE-7645-9237-C8AF57CFA8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5340312-3DC8-8D47-954C-B69B786A116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CB1554B-7E8D-A54F-88D7-3B30BEB02C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269190-6A13-034E-92A6-8400565D510F}" type="datetimeFigureOut">
              <a:rPr lang="en-US" smtClean="0"/>
              <a:t>4/1/2022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2A6C95B-2886-EB4E-97CA-32B86F5C9A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2A6FED-D869-C24C-8B4D-4456F05AAF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84FF79-6540-2F4E-9250-0A9D95AD69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12351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6B0C29-15B3-424F-A769-6E769220E5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43F0A53-30F9-4F42-B64F-B1966DFA3B7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D556C46-EF1B-1044-B8AE-83D3BD05994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F606D8C-0F07-DF4C-9B42-7064FE34ED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269190-6A13-034E-92A6-8400565D510F}" type="datetimeFigureOut">
              <a:rPr lang="en-US" smtClean="0"/>
              <a:t>4/1/2022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C2D546B-1409-A546-9DFF-21B5927DE6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077FE8-33EA-534A-877C-6CE61FA855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84FF79-6540-2F4E-9250-0A9D95AD69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06083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CB5113-E3D8-E842-959C-CF47E210BD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6A52F2F-3041-7745-BDA1-2799FA0388E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1B9BE6-ADE0-C14E-BFC4-211E7F3F76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269190-6A13-034E-92A6-8400565D510F}" type="datetimeFigureOut">
              <a:rPr lang="en-US" smtClean="0"/>
              <a:t>4/1/2022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3CB5B5-61B2-6641-A7FE-0503903E61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0AA36F-D4C5-D94B-8C7C-512C1797CF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84FF79-6540-2F4E-9250-0A9D95AD69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75041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3D92F32-EECC-6448-910E-1CB6BB32FAF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B955B58-155A-A745-86A5-20ECD92BE2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27ABDB-F7F7-874C-85C4-6D6BEDBABF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269190-6A13-034E-92A6-8400565D510F}" type="datetimeFigureOut">
              <a:rPr lang="en-US" smtClean="0"/>
              <a:t>4/1/2022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F21BF4-A480-E54F-9C7F-1BF4FACD30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AF0CDB-457D-2048-AE68-D461B4726F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84FF79-6540-2F4E-9250-0A9D95AD69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891261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rostokąt 10">
            <a:extLst>
              <a:ext uri="{FF2B5EF4-FFF2-40B4-BE49-F238E27FC236}">
                <a16:creationId xmlns:a16="http://schemas.microsoft.com/office/drawing/2014/main" id="{81B15575-45F3-B945-95AE-F5EA7EEB2382}"/>
              </a:ext>
            </a:extLst>
          </p:cNvPr>
          <p:cNvSpPr/>
          <p:nvPr userDrawn="1"/>
        </p:nvSpPr>
        <p:spPr>
          <a:xfrm>
            <a:off x="3870251" y="0"/>
            <a:ext cx="8321749" cy="6858000"/>
          </a:xfrm>
          <a:prstGeom prst="rect">
            <a:avLst/>
          </a:prstGeom>
          <a:solidFill>
            <a:srgbClr val="8C5AA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0469" tIns="30235" rIns="60469" bIns="30235" rtlCol="0" anchor="ctr"/>
          <a:lstStyle/>
          <a:p>
            <a:pPr algn="ctr"/>
            <a:endParaRPr lang="pl-PL" sz="120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D9E4161-4A00-5044-9128-8CF67E31157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449165" y="5940036"/>
            <a:ext cx="3061754" cy="493831"/>
          </a:xfrm>
          <a:prstGeom prst="rect">
            <a:avLst/>
          </a:prstGeom>
        </p:spPr>
      </p:pic>
      <p:sp>
        <p:nvSpPr>
          <p:cNvPr id="15" name="Title 7"/>
          <p:cNvSpPr>
            <a:spLocks noGrp="1"/>
          </p:cNvSpPr>
          <p:nvPr>
            <p:ph type="title" hasCustomPrompt="1"/>
          </p:nvPr>
        </p:nvSpPr>
        <p:spPr>
          <a:xfrm>
            <a:off x="4852727" y="1392762"/>
            <a:ext cx="6304549" cy="1716778"/>
          </a:xfrm>
          <a:prstGeom prst="rect">
            <a:avLst/>
          </a:prstGeom>
          <a:noFill/>
        </p:spPr>
        <p:txBody>
          <a:bodyPr wrap="square" lIns="90704" tIns="45352" rIns="90704" bIns="45352" rtlCol="0" anchor="ctr" anchorCtr="0">
            <a:spAutoFit/>
          </a:bodyPr>
          <a:lstStyle>
            <a:lvl1pPr algn="ctr">
              <a:defRPr lang="uk-UA" sz="5867" b="1">
                <a:solidFill>
                  <a:schemeClr val="bg1"/>
                </a:solidFill>
                <a:latin typeface="Calibri" charset="0"/>
                <a:ea typeface="Calibri" charset="0"/>
                <a:cs typeface="Calibri" charset="0"/>
              </a:defRPr>
            </a:lvl1pPr>
          </a:lstStyle>
          <a:p>
            <a:pPr marL="0" lvl="0"/>
            <a:r>
              <a:rPr lang="pl-PL"/>
              <a:t>Presentation t</a:t>
            </a:r>
            <a:r>
              <a:rPr lang="en-US" err="1"/>
              <a:t>itle</a:t>
            </a:r>
            <a:r>
              <a:rPr lang="en-US"/>
              <a:t> </a:t>
            </a:r>
            <a:br>
              <a:rPr lang="en-US"/>
            </a:br>
            <a:r>
              <a:rPr lang="en-US"/>
              <a:t>goes here</a:t>
            </a:r>
            <a:endParaRPr lang="uk-UA"/>
          </a:p>
        </p:txBody>
      </p:sp>
      <p:sp>
        <p:nvSpPr>
          <p:cNvPr id="21" name="Symbol zastępczy tekstu 20"/>
          <p:cNvSpPr>
            <a:spLocks noGrp="1"/>
          </p:cNvSpPr>
          <p:nvPr>
            <p:ph type="body" sz="quarter" idx="13" hasCustomPrompt="1"/>
          </p:nvPr>
        </p:nvSpPr>
        <p:spPr>
          <a:xfrm>
            <a:off x="6316701" y="3628193"/>
            <a:ext cx="3304117" cy="1411816"/>
          </a:xfrm>
          <a:prstGeom prst="rect">
            <a:avLst/>
          </a:prstGeom>
        </p:spPr>
        <p:txBody>
          <a:bodyPr lIns="90704" tIns="45352" rIns="90704" bIns="45352" anchor="ctr" anchorCtr="0"/>
          <a:lstStyle>
            <a:lvl1pPr marL="0" indent="0" algn="ctr">
              <a:buFontTx/>
              <a:buNone/>
              <a:defRPr sz="2400" baseline="0">
                <a:solidFill>
                  <a:schemeClr val="bg1"/>
                </a:solidFill>
              </a:defRPr>
            </a:lvl1pPr>
            <a:lvl2pPr marL="453541" indent="0">
              <a:buFontTx/>
              <a:buNone/>
              <a:defRPr sz="2933" baseline="0">
                <a:solidFill>
                  <a:schemeClr val="tx2"/>
                </a:solidFill>
              </a:defRPr>
            </a:lvl2pPr>
            <a:lvl3pPr marL="907083" indent="0">
              <a:buFontTx/>
              <a:buNone/>
              <a:defRPr sz="2933" baseline="0">
                <a:solidFill>
                  <a:schemeClr val="tx2"/>
                </a:solidFill>
              </a:defRPr>
            </a:lvl3pPr>
            <a:lvl4pPr marL="1360625" indent="0">
              <a:buFontTx/>
              <a:buNone/>
              <a:defRPr sz="2933" baseline="0">
                <a:solidFill>
                  <a:schemeClr val="tx2"/>
                </a:solidFill>
              </a:defRPr>
            </a:lvl4pPr>
            <a:lvl5pPr marL="1814167" indent="0">
              <a:buFontTx/>
              <a:buNone/>
              <a:defRPr sz="2933"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pl-PL" err="1"/>
              <a:t>Date</a:t>
            </a:r>
            <a:r>
              <a:rPr lang="pl-PL"/>
              <a:t> </a:t>
            </a:r>
            <a:r>
              <a:rPr lang="pl-PL" err="1"/>
              <a:t>goes</a:t>
            </a:r>
            <a:r>
              <a:rPr lang="pl-PL"/>
              <a:t> </a:t>
            </a:r>
            <a:r>
              <a:rPr lang="pl-PL" err="1"/>
              <a:t>here</a:t>
            </a:r>
            <a:endParaRPr lang="pl-PL"/>
          </a:p>
        </p:txBody>
      </p:sp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22A9AAEC-2B60-954B-96DD-3A14026F3288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3870325" cy="6858000"/>
          </a:xfrm>
          <a:prstGeom prst="rect">
            <a:avLst/>
          </a:prstGeom>
        </p:spPr>
        <p:txBody>
          <a:bodyPr lIns="90704" tIns="45352" rIns="90704" bIns="45352"/>
          <a:lstStyle/>
          <a:p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970594112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EMPTY WITH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7">
            <a:extLst>
              <a:ext uri="{FF2B5EF4-FFF2-40B4-BE49-F238E27FC236}">
                <a16:creationId xmlns:a16="http://schemas.microsoft.com/office/drawing/2014/main" id="{DCB63A60-0A2F-DB4D-B049-C7C4FF8ED21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0397" y="546557"/>
            <a:ext cx="10645935" cy="507088"/>
          </a:xfrm>
          <a:prstGeom prst="rect">
            <a:avLst/>
          </a:prstGeom>
          <a:noFill/>
        </p:spPr>
        <p:txBody>
          <a:bodyPr wrap="square" lIns="90704" tIns="45352" rIns="90704" bIns="45352" rtlCol="0" anchor="ctr" anchorCtr="0">
            <a:spAutoFit/>
          </a:bodyPr>
          <a:lstStyle>
            <a:lvl1pPr>
              <a:defRPr lang="uk-UA" sz="3000" b="1">
                <a:latin typeface="Calibri" charset="0"/>
                <a:ea typeface="Calibri" charset="0"/>
                <a:cs typeface="Calibri" charset="0"/>
              </a:defRPr>
            </a:lvl1pPr>
          </a:lstStyle>
          <a:p>
            <a:pPr marL="0" lvl="0"/>
            <a:r>
              <a:rPr lang="en-US"/>
              <a:t>Title goes here</a:t>
            </a:r>
            <a:endParaRPr lang="uk-UA"/>
          </a:p>
        </p:txBody>
      </p:sp>
      <p:cxnSp>
        <p:nvCxnSpPr>
          <p:cNvPr id="13" name="Straight Connector 1">
            <a:extLst>
              <a:ext uri="{FF2B5EF4-FFF2-40B4-BE49-F238E27FC236}">
                <a16:creationId xmlns:a16="http://schemas.microsoft.com/office/drawing/2014/main" id="{CACEC802-F2DC-9F49-B96D-08F142BA932A}"/>
              </a:ext>
            </a:extLst>
          </p:cNvPr>
          <p:cNvCxnSpPr/>
          <p:nvPr userDrawn="1"/>
        </p:nvCxnSpPr>
        <p:spPr>
          <a:xfrm>
            <a:off x="469901" y="457200"/>
            <a:ext cx="0" cy="685800"/>
          </a:xfrm>
          <a:prstGeom prst="line">
            <a:avLst/>
          </a:prstGeom>
          <a:ln w="63500">
            <a:solidFill>
              <a:srgbClr val="81509B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4">
            <a:extLst>
              <a:ext uri="{FF2B5EF4-FFF2-40B4-BE49-F238E27FC236}">
                <a16:creationId xmlns:a16="http://schemas.microsoft.com/office/drawing/2014/main" id="{53F1C73B-9C31-DB47-9899-36D06AE8543C}"/>
              </a:ext>
            </a:extLst>
          </p:cNvPr>
          <p:cNvCxnSpPr/>
          <p:nvPr userDrawn="1"/>
        </p:nvCxnSpPr>
        <p:spPr>
          <a:xfrm>
            <a:off x="469901" y="6124657"/>
            <a:ext cx="0" cy="495300"/>
          </a:xfrm>
          <a:prstGeom prst="line">
            <a:avLst/>
          </a:prstGeom>
          <a:ln w="63500">
            <a:solidFill>
              <a:srgbClr val="81509B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" name="Picture 19">
            <a:extLst>
              <a:ext uri="{FF2B5EF4-FFF2-40B4-BE49-F238E27FC236}">
                <a16:creationId xmlns:a16="http://schemas.microsoft.com/office/drawing/2014/main" id="{45F9D735-6908-534F-80BC-360625B39C3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93053" y="6124657"/>
            <a:ext cx="1604152" cy="483664"/>
          </a:xfrm>
          <a:prstGeom prst="rect">
            <a:avLst/>
          </a:prstGeom>
        </p:spPr>
      </p:pic>
      <p:sp>
        <p:nvSpPr>
          <p:cNvPr id="21" name="Prostokąt 6">
            <a:extLst>
              <a:ext uri="{FF2B5EF4-FFF2-40B4-BE49-F238E27FC236}">
                <a16:creationId xmlns:a16="http://schemas.microsoft.com/office/drawing/2014/main" id="{53E3127C-A33F-8C40-A146-CFE425A7D5CC}"/>
              </a:ext>
            </a:extLst>
          </p:cNvPr>
          <p:cNvSpPr/>
          <p:nvPr userDrawn="1"/>
        </p:nvSpPr>
        <p:spPr>
          <a:xfrm>
            <a:off x="11718789" y="0"/>
            <a:ext cx="473211" cy="6858000"/>
          </a:xfrm>
          <a:prstGeom prst="rect">
            <a:avLst/>
          </a:prstGeom>
          <a:solidFill>
            <a:srgbClr val="8C5AA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0469" tIns="30235" rIns="60469" bIns="30235" rtlCol="0" anchor="ctr"/>
          <a:lstStyle/>
          <a:p>
            <a:pPr algn="ctr"/>
            <a:endParaRPr lang="pl-PL" sz="1200"/>
          </a:p>
        </p:txBody>
      </p:sp>
      <p:pic>
        <p:nvPicPr>
          <p:cNvPr id="22" name="Obraz 9">
            <a:extLst>
              <a:ext uri="{FF2B5EF4-FFF2-40B4-BE49-F238E27FC236}">
                <a16:creationId xmlns:a16="http://schemas.microsoft.com/office/drawing/2014/main" id="{EB4B66BA-85FB-2740-B8B5-E4B5CD2A30CF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00730" y="200665"/>
            <a:ext cx="342333" cy="377146"/>
          </a:xfrm>
          <a:prstGeom prst="rect">
            <a:avLst/>
          </a:prstGeom>
        </p:spPr>
      </p:pic>
      <p:sp>
        <p:nvSpPr>
          <p:cNvPr id="23" name="Rectangle 22">
            <a:extLst>
              <a:ext uri="{FF2B5EF4-FFF2-40B4-BE49-F238E27FC236}">
                <a16:creationId xmlns:a16="http://schemas.microsoft.com/office/drawing/2014/main" id="{C61A9943-D89F-864D-B1A2-49D9072963BA}"/>
              </a:ext>
            </a:extLst>
          </p:cNvPr>
          <p:cNvSpPr/>
          <p:nvPr userDrawn="1"/>
        </p:nvSpPr>
        <p:spPr>
          <a:xfrm>
            <a:off x="11770366" y="6354321"/>
            <a:ext cx="404248" cy="348383"/>
          </a:xfrm>
          <a:prstGeom prst="rect">
            <a:avLst/>
          </a:prstGeom>
        </p:spPr>
        <p:txBody>
          <a:bodyPr wrap="none" lIns="60469" tIns="30235" rIns="60469" bIns="30235">
            <a:spAutoFit/>
          </a:bodyPr>
          <a:lstStyle/>
          <a:p>
            <a:fld id="{E5B4EB64-54DE-40F8-9354-51A55C032A93}" type="slidenum">
              <a:rPr lang="pl-PL" sz="1867" b="1" smtClean="0">
                <a:solidFill>
                  <a:schemeClr val="bg1"/>
                </a:solidFill>
              </a:rPr>
              <a:pPr/>
              <a:t>‹#›</a:t>
            </a:fld>
            <a:endParaRPr lang="pl-PL" sz="1200"/>
          </a:p>
        </p:txBody>
      </p:sp>
    </p:spTree>
    <p:extLst>
      <p:ext uri="{BB962C8B-B14F-4D97-AF65-F5344CB8AC3E}">
        <p14:creationId xmlns:p14="http://schemas.microsoft.com/office/powerpoint/2010/main" val="205434485"/>
      </p:ext>
    </p:extLst>
  </p:cSld>
  <p:clrMapOvr>
    <a:masterClrMapping/>
  </p:clrMapOvr>
  <p:hf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Prostokąt 10">
            <a:extLst>
              <a:ext uri="{FF2B5EF4-FFF2-40B4-BE49-F238E27FC236}">
                <a16:creationId xmlns:a16="http://schemas.microsoft.com/office/drawing/2014/main" id="{8B9F059C-04F3-8746-914A-2F23F849AB26}"/>
              </a:ext>
            </a:extLst>
          </p:cNvPr>
          <p:cNvSpPr/>
          <p:nvPr/>
        </p:nvSpPr>
        <p:spPr>
          <a:xfrm>
            <a:off x="1" y="0"/>
            <a:ext cx="7088373" cy="6858000"/>
          </a:xfrm>
          <a:prstGeom prst="rect">
            <a:avLst/>
          </a:prstGeom>
          <a:solidFill>
            <a:srgbClr val="8C5AA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0469" tIns="30235" rIns="60469" bIns="30235" rtlCol="0" anchor="ctr"/>
          <a:lstStyle/>
          <a:p>
            <a:pPr algn="ctr"/>
            <a:endParaRPr lang="pl-PL" sz="1200"/>
          </a:p>
        </p:txBody>
      </p:sp>
      <p:sp>
        <p:nvSpPr>
          <p:cNvPr id="34" name="Picture Placeholder 38">
            <a:extLst>
              <a:ext uri="{FF2B5EF4-FFF2-40B4-BE49-F238E27FC236}">
                <a16:creationId xmlns:a16="http://schemas.microsoft.com/office/drawing/2014/main" id="{C3DEE2CE-5ADA-914A-A6D4-402AC05FF6A9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7088372" y="0"/>
            <a:ext cx="5103629" cy="6858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  <a:endParaRPr lang="pl-PL"/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9D5E7584-F5F1-A84A-8BA2-03533636A7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5972" y="5130009"/>
            <a:ext cx="3816431" cy="615554"/>
          </a:xfrm>
          <a:prstGeom prst="rect">
            <a:avLst/>
          </a:prstGeom>
        </p:spPr>
      </p:pic>
      <p:sp>
        <p:nvSpPr>
          <p:cNvPr id="28" name="pole tekstowe 1">
            <a:extLst>
              <a:ext uri="{FF2B5EF4-FFF2-40B4-BE49-F238E27FC236}">
                <a16:creationId xmlns:a16="http://schemas.microsoft.com/office/drawing/2014/main" id="{1EBCD86C-CC45-DE44-BB25-964DCBBDDEA4}"/>
              </a:ext>
            </a:extLst>
          </p:cNvPr>
          <p:cNvSpPr txBox="1"/>
          <p:nvPr/>
        </p:nvSpPr>
        <p:spPr>
          <a:xfrm>
            <a:off x="2125234" y="1944817"/>
            <a:ext cx="3303045" cy="738169"/>
          </a:xfrm>
          <a:prstGeom prst="rect">
            <a:avLst/>
          </a:prstGeom>
          <a:noFill/>
        </p:spPr>
        <p:txBody>
          <a:bodyPr wrap="square" lIns="60469" tIns="30235" rIns="60469" bIns="30235" rtlCol="0">
            <a:spAutoFit/>
          </a:bodyPr>
          <a:lstStyle/>
          <a:p>
            <a:r>
              <a:rPr lang="en-US" sz="4400" b="1">
                <a:solidFill>
                  <a:schemeClr val="bg1"/>
                </a:solidFill>
                <a:latin typeface="+mj-lt"/>
              </a:rPr>
              <a:t>Thank you</a:t>
            </a:r>
            <a:endParaRPr lang="pl-PL" sz="4400" b="1">
              <a:solidFill>
                <a:schemeClr val="bg1"/>
              </a:solidFill>
              <a:latin typeface="+mj-lt"/>
            </a:endParaRPr>
          </a:p>
        </p:txBody>
      </p:sp>
      <p:sp>
        <p:nvSpPr>
          <p:cNvPr id="29" name="pole tekstowe 1">
            <a:extLst>
              <a:ext uri="{FF2B5EF4-FFF2-40B4-BE49-F238E27FC236}">
                <a16:creationId xmlns:a16="http://schemas.microsoft.com/office/drawing/2014/main" id="{C8ECBCAB-DBDC-2F41-A995-8A39A948BEC0}"/>
              </a:ext>
            </a:extLst>
          </p:cNvPr>
          <p:cNvSpPr txBox="1"/>
          <p:nvPr/>
        </p:nvSpPr>
        <p:spPr>
          <a:xfrm>
            <a:off x="2141543" y="2565005"/>
            <a:ext cx="3779161" cy="604927"/>
          </a:xfrm>
          <a:prstGeom prst="rect">
            <a:avLst/>
          </a:prstGeom>
          <a:noFill/>
        </p:spPr>
        <p:txBody>
          <a:bodyPr wrap="square" lIns="60469" tIns="30235" rIns="60469" bIns="30235" rtlCol="0">
            <a:spAutoFit/>
          </a:bodyPr>
          <a:lstStyle/>
          <a:p>
            <a:r>
              <a:rPr lang="pl-PL" sz="3534">
                <a:solidFill>
                  <a:schemeClr val="bg1"/>
                </a:solidFill>
              </a:rPr>
              <a:t>for </a:t>
            </a:r>
            <a:r>
              <a:rPr lang="pl-PL" sz="3534" err="1">
                <a:solidFill>
                  <a:schemeClr val="bg1"/>
                </a:solidFill>
              </a:rPr>
              <a:t>your</a:t>
            </a:r>
            <a:r>
              <a:rPr lang="pl-PL" sz="3534">
                <a:solidFill>
                  <a:schemeClr val="bg1"/>
                </a:solidFill>
              </a:rPr>
              <a:t> </a:t>
            </a:r>
            <a:r>
              <a:rPr lang="pl-PL" sz="3534" err="1">
                <a:solidFill>
                  <a:schemeClr val="bg1"/>
                </a:solidFill>
              </a:rPr>
              <a:t>time</a:t>
            </a:r>
            <a:endParaRPr lang="pl-PL" sz="3534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12874580"/>
      </p:ext>
    </p:extLst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274BE92-389B-0341-B6CB-DFC753196C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5CCFD36-B6E1-3D46-871A-AE04116A79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D4BFA8-1493-1B43-A896-2DD3D63C9E7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269190-6A13-034E-92A6-8400565D510F}" type="datetimeFigureOut">
              <a:rPr lang="en-US" smtClean="0"/>
              <a:t>4/1/2022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9602DB-A231-A441-8A07-2D9F5DA8370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0D0E97-533E-584C-B315-8B57D756473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884FF79-6540-2F4E-9250-0A9D95AD69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80627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mailto:ponvizhi.uday@aspiresystems.biz" TargetMode="Externa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42611" y="1825234"/>
            <a:ext cx="7876673" cy="904185"/>
          </a:xfrm>
        </p:spPr>
        <p:txBody>
          <a:bodyPr/>
          <a:lstStyle/>
          <a:p>
            <a:r>
              <a:rPr lang="en-US" sz="5850">
                <a:latin typeface="Calibri"/>
                <a:cs typeface="Calibri"/>
              </a:rPr>
              <a:t>Web request Life Cycle</a:t>
            </a:r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867C46E-6C6E-DA64-FAD2-5854F0275D56}"/>
              </a:ext>
            </a:extLst>
          </p:cNvPr>
          <p:cNvSpPr txBox="1"/>
          <p:nvPr/>
        </p:nvSpPr>
        <p:spPr>
          <a:xfrm>
            <a:off x="-28669" y="3200400"/>
            <a:ext cx="5640309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400">
                <a:latin typeface="Times New Roman"/>
                <a:cs typeface="Times New Roman"/>
              </a:rPr>
              <a:t>Ponvizhi .U- </a:t>
            </a:r>
            <a:r>
              <a:rPr lang="en-US" sz="1400">
                <a:latin typeface="Times New Roman"/>
                <a:cs typeface="Times New Roman"/>
                <a:hlinkClick r:id="rId2"/>
              </a:rPr>
              <a:t>ponvizhi.uday@aspiresystems.biz</a:t>
            </a:r>
            <a:endParaRPr lang="en-US">
              <a:hlinkClick r:id="rId2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E91C795-7250-10CB-ADC1-2B2512C91E96}"/>
              </a:ext>
            </a:extLst>
          </p:cNvPr>
          <p:cNvSpPr txBox="1"/>
          <p:nvPr/>
        </p:nvSpPr>
        <p:spPr>
          <a:xfrm>
            <a:off x="619691" y="415988"/>
            <a:ext cx="2720566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>
                <a:ea typeface="+mn-lt"/>
                <a:cs typeface="+mn-lt"/>
              </a:rPr>
              <a:t>TEAM AURORA</a:t>
            </a:r>
          </a:p>
          <a:p>
            <a:pPr algn="ctr"/>
            <a:r>
              <a:rPr lang="en-US">
                <a:ea typeface="+mn-lt"/>
                <a:cs typeface="+mn-lt"/>
              </a:rPr>
              <a:t>“None of us is as smart as all of us”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16528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4197" y="609626"/>
            <a:ext cx="10645935" cy="497791"/>
          </a:xfrm>
        </p:spPr>
        <p:txBody>
          <a:bodyPr/>
          <a:lstStyle/>
          <a:p>
            <a:r>
              <a:rPr lang="en-US" sz="2900">
                <a:latin typeface="Calibri"/>
                <a:cs typeface="Calibri"/>
              </a:rPr>
              <a:t>Web Request Lifecycle</a:t>
            </a:r>
            <a:endParaRPr lang="en-US" sz="290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EAEAC4C-CA4B-2E5D-3599-76315EA506BD}"/>
              </a:ext>
            </a:extLst>
          </p:cNvPr>
          <p:cNvSpPr txBox="1"/>
          <p:nvPr/>
        </p:nvSpPr>
        <p:spPr>
          <a:xfrm>
            <a:off x="727788" y="1295400"/>
            <a:ext cx="10650892" cy="310854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900" indent="-342900">
              <a:buAutoNum type="arabicPeriod"/>
            </a:pPr>
            <a:r>
              <a:rPr lang="en-US" sz="1400">
                <a:ea typeface="+mn-lt"/>
                <a:cs typeface="+mn-lt"/>
              </a:rPr>
              <a:t>Web Applications require a lot of technologies to build our code .When the user interacts with the app causes several HTTP request to run parallel. The http request life cycle is described as below:-</a:t>
            </a:r>
            <a:endParaRPr lang="en-US" sz="1400">
              <a:cs typeface="Calibri"/>
            </a:endParaRPr>
          </a:p>
          <a:p>
            <a:pPr marL="342900" indent="-342900">
              <a:buAutoNum type="arabicPeriod"/>
            </a:pPr>
            <a:r>
              <a:rPr lang="en-US" sz="1400">
                <a:ea typeface="+mn-lt"/>
                <a:cs typeface="+mn-lt"/>
              </a:rPr>
              <a:t>Web Browser submits the request to the server after creating a socket in local progress.</a:t>
            </a:r>
            <a:endParaRPr lang="en-US" sz="1400">
              <a:cs typeface="Calibri"/>
            </a:endParaRPr>
          </a:p>
          <a:p>
            <a:pPr marL="342900" indent="-342900">
              <a:buAutoNum type="arabicPeriod"/>
            </a:pPr>
            <a:r>
              <a:rPr lang="en-US" sz="1400">
                <a:ea typeface="+mn-lt"/>
                <a:cs typeface="+mn-lt"/>
              </a:rPr>
              <a:t>The http server waits for the request to come on socket i.e. port-80.</a:t>
            </a:r>
            <a:endParaRPr lang="en-US" sz="1400">
              <a:cs typeface="Calibri"/>
            </a:endParaRPr>
          </a:p>
          <a:p>
            <a:pPr marL="342900" indent="-342900">
              <a:buAutoNum type="arabicPeriod"/>
            </a:pPr>
            <a:r>
              <a:rPr lang="en-US" sz="1400">
                <a:ea typeface="+mn-lt"/>
                <a:cs typeface="+mn-lt"/>
              </a:rPr>
              <a:t>The web browser translates the yahoo.com to an IP address if it does not knows it.</a:t>
            </a:r>
            <a:endParaRPr lang="en-US" sz="1400">
              <a:cs typeface="Calibri"/>
            </a:endParaRPr>
          </a:p>
          <a:p>
            <a:pPr marL="342900" indent="-342900">
              <a:buAutoNum type="arabicPeriod"/>
            </a:pPr>
            <a:r>
              <a:rPr lang="en-US" sz="1400">
                <a:ea typeface="+mn-lt"/>
                <a:cs typeface="+mn-lt"/>
              </a:rPr>
              <a:t>If the web browser does not recognize the address it contacts a DNS Server to resolve the name.</a:t>
            </a:r>
            <a:endParaRPr lang="en-US" sz="1400">
              <a:cs typeface="Calibri"/>
            </a:endParaRPr>
          </a:p>
          <a:p>
            <a:pPr marL="342900" indent="-342900">
              <a:buAutoNum type="arabicPeriod"/>
            </a:pPr>
            <a:r>
              <a:rPr lang="en-US" sz="1400">
                <a:ea typeface="+mn-lt"/>
                <a:cs typeface="+mn-lt"/>
              </a:rPr>
              <a:t>The browser will open a TCP connection to the IP address of yahoo.com and send a HTTP GET request over.</a:t>
            </a:r>
            <a:endParaRPr lang="en-US" sz="1400">
              <a:cs typeface="Calibri"/>
            </a:endParaRPr>
          </a:p>
          <a:p>
            <a:pPr marL="342900" indent="-342900">
              <a:buAutoNum type="arabicPeriod"/>
            </a:pPr>
            <a:r>
              <a:rPr lang="en-US" sz="1400">
                <a:ea typeface="+mn-lt"/>
                <a:cs typeface="+mn-lt"/>
              </a:rPr>
              <a:t>The request is then submitted to DNS server where IP address is fetched based on domain name.</a:t>
            </a:r>
            <a:endParaRPr lang="en-US" sz="1400">
              <a:cs typeface="Calibri"/>
            </a:endParaRPr>
          </a:p>
          <a:p>
            <a:pPr marL="342900" indent="-342900">
              <a:buAutoNum type="arabicPeriod"/>
            </a:pPr>
            <a:r>
              <a:rPr lang="en-US" sz="1400">
                <a:ea typeface="+mn-lt"/>
                <a:cs typeface="+mn-lt"/>
              </a:rPr>
              <a:t>Now the request is submitted to Http Server as per HTTP protocol.</a:t>
            </a:r>
            <a:endParaRPr lang="en-US" sz="1400">
              <a:cs typeface="Calibri"/>
            </a:endParaRPr>
          </a:p>
          <a:p>
            <a:pPr marL="342900" indent="-342900">
              <a:buAutoNum type="arabicPeriod"/>
            </a:pPr>
            <a:r>
              <a:rPr lang="en-US" sz="1400">
                <a:ea typeface="+mn-lt"/>
                <a:cs typeface="+mn-lt"/>
              </a:rPr>
              <a:t>Http server receives the request and shifts the client to another socket.</a:t>
            </a:r>
            <a:endParaRPr lang="en-US" sz="1400">
              <a:cs typeface="Calibri"/>
            </a:endParaRPr>
          </a:p>
          <a:p>
            <a:pPr marL="342900" indent="-342900">
              <a:buAutoNum type="arabicPeriod"/>
            </a:pPr>
            <a:r>
              <a:rPr lang="en-US" sz="1400">
                <a:ea typeface="+mn-lt"/>
                <a:cs typeface="+mn-lt"/>
              </a:rPr>
              <a:t>So the socket on port-80 is released to receive request from other clients.</a:t>
            </a:r>
            <a:endParaRPr lang="en-US" sz="1400">
              <a:cs typeface="Calibri"/>
            </a:endParaRPr>
          </a:p>
          <a:p>
            <a:pPr marL="342900" indent="-342900">
              <a:buAutoNum type="arabicPeriod"/>
            </a:pPr>
            <a:r>
              <a:rPr lang="en-US" sz="1400">
                <a:ea typeface="+mn-lt"/>
                <a:cs typeface="+mn-lt"/>
              </a:rPr>
              <a:t>Web Browser &amp; server both are connected to each other.</a:t>
            </a:r>
            <a:endParaRPr lang="en-US" sz="1400">
              <a:cs typeface="Calibri"/>
            </a:endParaRPr>
          </a:p>
          <a:p>
            <a:pPr marL="342900" indent="-342900">
              <a:buAutoNum type="arabicPeriod"/>
            </a:pPr>
            <a:r>
              <a:rPr lang="en-US" sz="1400">
                <a:ea typeface="+mn-lt"/>
                <a:cs typeface="+mn-lt"/>
              </a:rPr>
              <a:t>The server will process the request, renders the response &amp; breaks the connection.</a:t>
            </a:r>
            <a:endParaRPr lang="en-US" sz="1400">
              <a:cs typeface="Calibri"/>
            </a:endParaRPr>
          </a:p>
          <a:p>
            <a:pPr marL="342900" indent="-342900" algn="l">
              <a:buAutoNum type="arabicPeriod"/>
            </a:pPr>
            <a:endParaRPr lang="en-US" sz="1400"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6768859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CEC7BD-6F2F-5143-A996-D01CBF6318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3451" y="678366"/>
            <a:ext cx="10645935" cy="950286"/>
          </a:xfrm>
        </p:spPr>
        <p:txBody>
          <a:bodyPr/>
          <a:lstStyle/>
          <a:p>
            <a:br>
              <a:rPr lang="en-US" sz="3200"/>
            </a:br>
            <a:endParaRPr lang="en-US"/>
          </a:p>
        </p:txBody>
      </p:sp>
      <p:pic>
        <p:nvPicPr>
          <p:cNvPr id="3" name="Picture 3">
            <a:extLst>
              <a:ext uri="{FF2B5EF4-FFF2-40B4-BE49-F238E27FC236}">
                <a16:creationId xmlns:a16="http://schemas.microsoft.com/office/drawing/2014/main" id="{485ABB9B-99BF-0B49-F34B-2DE7BF818A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16731" y="1147703"/>
            <a:ext cx="5038492" cy="48066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84826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Placeholder 2"/>
          <p:cNvPicPr>
            <a:picLocks noGrp="1" noChangeAspect="1"/>
          </p:cNvPicPr>
          <p:nvPr>
            <p:ph type="pic" sz="quarter" idx="14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298" r="22298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9725841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4</Slides>
  <Notes>1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5" baseType="lpstr">
      <vt:lpstr>Office Theme</vt:lpstr>
      <vt:lpstr>Web request Life Cycle</vt:lpstr>
      <vt:lpstr>Web Request Lifecycle</vt:lpstr>
      <vt:lpstr> 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Team Synergy</dc:title>
  <dc:creator>Hemalatha Manu Anand</dc:creator>
  <cp:revision>1</cp:revision>
  <dcterms:created xsi:type="dcterms:W3CDTF">2020-06-30T04:13:35Z</dcterms:created>
  <dcterms:modified xsi:type="dcterms:W3CDTF">2022-04-02T04:11:18Z</dcterms:modified>
</cp:coreProperties>
</file>