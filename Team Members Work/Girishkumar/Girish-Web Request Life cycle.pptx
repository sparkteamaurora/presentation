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 id="2147483672" r:id="rId2"/>
    <p:sldMasterId id="2147483648" r:id="rId3"/>
  </p:sldMasterIdLst>
  <p:notesMasterIdLst>
    <p:notesMasterId r:id="rId10"/>
  </p:notesMasterIdLst>
  <p:sldIdLst>
    <p:sldId id="257" r:id="rId4"/>
    <p:sldId id="259" r:id="rId5"/>
    <p:sldId id="260" r:id="rId6"/>
    <p:sldId id="262" r:id="rId7"/>
    <p:sldId id="263" r:id="rId8"/>
    <p:sldId id="258"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5C22CF3-F65B-466B-BDD3-C87972D25246}" v="132" dt="2022-04-02T03:49:24.89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2" autoAdjust="0"/>
    <p:restoredTop sz="94660"/>
  </p:normalViewPr>
  <p:slideViewPr>
    <p:cSldViewPr snapToGrid="0">
      <p:cViewPr varScale="1">
        <p:scale>
          <a:sx n="86" d="100"/>
          <a:sy n="86" d="100"/>
        </p:scale>
        <p:origin x="96" y="88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5" Type="http://schemas.microsoft.com/office/2015/10/relationships/revisionInfo" Target="revisionInfo.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4C133-A60A-46C0-AE01-AC49693D6ED6}" type="datetimeFigureOut">
              <a:t>4/1/2022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3A8C18-702D-43BB-BEC1-4840972C41F3}" type="slidenum">
              <a:t>‹#›</a:t>
            </a:fld>
            <a:endParaRPr lang="en-US"/>
          </a:p>
        </p:txBody>
      </p:sp>
    </p:spTree>
    <p:extLst>
      <p:ext uri="{BB962C8B-B14F-4D97-AF65-F5344CB8AC3E}">
        <p14:creationId xmlns:p14="http://schemas.microsoft.com/office/powerpoint/2010/main" val="4338149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b="1" dirty="0"/>
          </a:p>
        </p:txBody>
      </p:sp>
      <p:sp>
        <p:nvSpPr>
          <p:cNvPr id="4" name="Slide Number Placeholder 3"/>
          <p:cNvSpPr>
            <a:spLocks noGrp="1"/>
          </p:cNvSpPr>
          <p:nvPr>
            <p:ph type="sldNum" sz="quarter" idx="10"/>
          </p:nvPr>
        </p:nvSpPr>
        <p:spPr/>
        <p:txBody>
          <a:bodyPr/>
          <a:lstStyle/>
          <a:p>
            <a:fld id="{D2CE19CD-2A84-A345-96E6-222E4F41D16D}" type="slidenum">
              <a:rPr lang="pl-PL" smtClean="0"/>
              <a:t>3</a:t>
            </a:fld>
            <a:endParaRPr lang="pl-PL"/>
          </a:p>
        </p:txBody>
      </p:sp>
    </p:spTree>
    <p:extLst>
      <p:ext uri="{BB962C8B-B14F-4D97-AF65-F5344CB8AC3E}">
        <p14:creationId xmlns:p14="http://schemas.microsoft.com/office/powerpoint/2010/main" val="25661398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emf"/><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4/1/2022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4/1/2022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4/1/2022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4/1/2022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4/1/2022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4/1/2022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FA714-2835-4A48-BCC2-C29C0BC5F27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CE11406-C609-4B81-B74D-427141F1954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6395E70-5074-44A3-8B53-F3F108C63E14}"/>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5" name="Footer Placeholder 4">
            <a:extLst>
              <a:ext uri="{FF2B5EF4-FFF2-40B4-BE49-F238E27FC236}">
                <a16:creationId xmlns:a16="http://schemas.microsoft.com/office/drawing/2014/main" id="{A4CC52B9-772F-4049-ACA7-65720A66FB2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20791CE-744A-41EE-8633-68D7D2FC6F75}"/>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12017365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8DA0-B406-4498-9A8E-A790135D82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3B096F-C57B-4530-80D2-8F58EF78B81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BC433D-FE14-4137-953E-50A3B9F2BF6B}"/>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5" name="Footer Placeholder 4">
            <a:extLst>
              <a:ext uri="{FF2B5EF4-FFF2-40B4-BE49-F238E27FC236}">
                <a16:creationId xmlns:a16="http://schemas.microsoft.com/office/drawing/2014/main" id="{5398F154-F7B0-4986-9CA3-ED8317F313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8D5D86-BBBC-427A-BAF7-9C7C53884C88}"/>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333613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5488DB-B53C-4B4A-8DC4-F111B8A1EF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7DB02C7-13A8-4A8B-AEA5-B28C117BCB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E38D4FE-782B-4C64-B6DD-99E70C6D3DA8}"/>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5" name="Footer Placeholder 4">
            <a:extLst>
              <a:ext uri="{FF2B5EF4-FFF2-40B4-BE49-F238E27FC236}">
                <a16:creationId xmlns:a16="http://schemas.microsoft.com/office/drawing/2014/main" id="{F2213E1C-9157-4E47-9451-8CE6DFF60B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BAF269-2CFC-4481-8FE8-0F1EFF5737CA}"/>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55202478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D49EE-3B59-4F5F-8086-75CD327075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B8144AC-1BEA-48A5-8DF9-8DA73090062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3AB5BA7-6B21-4BA2-BC0A-9B1B7F264E6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25AA842-7A98-4ACF-9DE7-187DA01E486B}"/>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6" name="Footer Placeholder 5">
            <a:extLst>
              <a:ext uri="{FF2B5EF4-FFF2-40B4-BE49-F238E27FC236}">
                <a16:creationId xmlns:a16="http://schemas.microsoft.com/office/drawing/2014/main" id="{1C3C8B99-532C-41EA-833A-C90F25BABFB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B84B4D-0DCF-4954-9FA5-E2AB4FE3B375}"/>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56421741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66572D-ECDC-4670-AD96-4F570265A55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61FC1AC-A7F5-4952-B13B-697324CCA62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B426D54-D2F2-4DA8-81DC-B88F67C5B36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884E9D-B094-45FD-8D3B-E1B7BAAA8E4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46E6CC8-474C-491F-83D0-5AB4A7A3BB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8568F05-C55A-498C-9397-CE223842C730}"/>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8" name="Footer Placeholder 7">
            <a:extLst>
              <a:ext uri="{FF2B5EF4-FFF2-40B4-BE49-F238E27FC236}">
                <a16:creationId xmlns:a16="http://schemas.microsoft.com/office/drawing/2014/main" id="{A7FAAA4A-0C5A-463B-9DB2-196372046B9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847B54-08DA-466D-9D22-29307B808D3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6159517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5A84-6DD9-4DFE-8D01-C0BD509E16E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E7FE369-C4F4-48A3-BAA2-BA2A3558B899}"/>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4" name="Footer Placeholder 3">
            <a:extLst>
              <a:ext uri="{FF2B5EF4-FFF2-40B4-BE49-F238E27FC236}">
                <a16:creationId xmlns:a16="http://schemas.microsoft.com/office/drawing/2014/main" id="{6B72F975-1EEB-44C2-87A7-DDB95EB89DC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713CA3E-5B74-4D5B-BF59-EAA7AB895C9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2876799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6B7A9B8-3CC6-4A30-845E-AD95B81D45D1}"/>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3" name="Footer Placeholder 2">
            <a:extLst>
              <a:ext uri="{FF2B5EF4-FFF2-40B4-BE49-F238E27FC236}">
                <a16:creationId xmlns:a16="http://schemas.microsoft.com/office/drawing/2014/main" id="{D4D2D6D3-00CB-49BC-87BA-424808921AE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CACF291-C6E2-4CF1-B8FD-8729FDEE33C2}"/>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94540696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4C837E-3658-423D-AAB0-EDE686C6F88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FB9DC390-49EB-4CE9-ACDA-8A1DF96F6D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3B5A70E-A4C8-4E27-84E8-6AA0629883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1C88A6-B9F2-41D2-AB95-0443A0B50DD7}"/>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6" name="Footer Placeholder 5">
            <a:extLst>
              <a:ext uri="{FF2B5EF4-FFF2-40B4-BE49-F238E27FC236}">
                <a16:creationId xmlns:a16="http://schemas.microsoft.com/office/drawing/2014/main" id="{1F5B77FB-94DE-4F65-8EDF-EAB096D0CCA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46CB576-2092-4839-B4B8-BB0D272D717F}"/>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7982731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F4FD19-A425-4758-BACC-759FD506B2D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8D5E4433-5522-4D28-9332-3D09767B16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FD6767D-A22F-477D-8221-2C4D97F3D5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9D73B46-9D28-4E8C-B0AA-7642DB9A4602}"/>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6" name="Footer Placeholder 5">
            <a:extLst>
              <a:ext uri="{FF2B5EF4-FFF2-40B4-BE49-F238E27FC236}">
                <a16:creationId xmlns:a16="http://schemas.microsoft.com/office/drawing/2014/main" id="{B5FD4D31-AD67-4074-9B00-F2F0FE17E87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57CCC66-62AC-4E81-B8E4-D0C6DC30E1CD}"/>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400296818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A0C4C2-7686-4440-90A3-BFF5DDFC2FE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053B3A6-6C49-47BA-8C8C-6E6E82DC9AF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BDF99D-BCF5-4FCC-B806-8F4AB4EA0336}"/>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5" name="Footer Placeholder 4">
            <a:extLst>
              <a:ext uri="{FF2B5EF4-FFF2-40B4-BE49-F238E27FC236}">
                <a16:creationId xmlns:a16="http://schemas.microsoft.com/office/drawing/2014/main" id="{A5C092FE-1086-4E42-B3B7-80B598EF9A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5BA2A7-6D53-41DB-B52E-939B28D99C3A}"/>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35017420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B6A2DF-C98E-4E86-B9BA-B8FC920331A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6CE3061-2DAD-433C-8EE4-DF56A8E045C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E5D294-FC22-4AAA-BA3C-58230801C83E}"/>
              </a:ext>
            </a:extLst>
          </p:cNvPr>
          <p:cNvSpPr>
            <a:spLocks noGrp="1"/>
          </p:cNvSpPr>
          <p:nvPr>
            <p:ph type="dt" sz="half" idx="10"/>
          </p:nvPr>
        </p:nvSpPr>
        <p:spPr/>
        <p:txBody>
          <a:bodyPr/>
          <a:lstStyle/>
          <a:p>
            <a:fld id="{B5E8533E-0F61-47D6-BCB3-8A2CCAC03F7C}" type="datetimeFigureOut">
              <a:rPr lang="en-US" smtClean="0"/>
              <a:t>4/1/2022</a:t>
            </a:fld>
            <a:endParaRPr lang="en-US"/>
          </a:p>
        </p:txBody>
      </p:sp>
      <p:sp>
        <p:nvSpPr>
          <p:cNvPr id="5" name="Footer Placeholder 4">
            <a:extLst>
              <a:ext uri="{FF2B5EF4-FFF2-40B4-BE49-F238E27FC236}">
                <a16:creationId xmlns:a16="http://schemas.microsoft.com/office/drawing/2014/main" id="{CE0A5ECB-A95F-428B-969C-37A21A5BE94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4922BE-6381-4D93-A216-BA7A6437AAE7}"/>
              </a:ext>
            </a:extLst>
          </p:cNvPr>
          <p:cNvSpPr>
            <a:spLocks noGrp="1"/>
          </p:cNvSpPr>
          <p:nvPr>
            <p:ph type="sldNum" sz="quarter" idx="12"/>
          </p:nvPr>
        </p:nvSpPr>
        <p:spPr/>
        <p:txBody>
          <a:bodyPr/>
          <a:lstStyle/>
          <a:p>
            <a:fld id="{9F895D5F-7F3C-49FD-91C0-476A8887DA2D}" type="slidenum">
              <a:rPr lang="en-US" smtClean="0"/>
              <a:t>‹#›</a:t>
            </a:fld>
            <a:endParaRPr lang="en-US"/>
          </a:p>
        </p:txBody>
      </p:sp>
    </p:spTree>
    <p:extLst>
      <p:ext uri="{BB962C8B-B14F-4D97-AF65-F5344CB8AC3E}">
        <p14:creationId xmlns:p14="http://schemas.microsoft.com/office/powerpoint/2010/main" val="19557894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89FE51-C0F1-1D42-B73F-01C09E05626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A73BDE6-8AFD-BA43-8892-C61848E76AD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85AA151-AEFE-4049-A258-77C6BC0A3F4F}"/>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5" name="Footer Placeholder 4">
            <a:extLst>
              <a:ext uri="{FF2B5EF4-FFF2-40B4-BE49-F238E27FC236}">
                <a16:creationId xmlns:a16="http://schemas.microsoft.com/office/drawing/2014/main" id="{66C0802E-607A-4749-A61F-4C33EC6074B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E3F85DE-C0B9-FE43-91C7-2864AD32782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39398099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CDE1AD-CBAA-4848-8B6D-F630CB5C55A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503C08F-67AF-964D-AAF9-97DF2FA0E7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7B1789-0EB2-9D4F-883E-9D2E70E6FAB6}"/>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5" name="Footer Placeholder 4">
            <a:extLst>
              <a:ext uri="{FF2B5EF4-FFF2-40B4-BE49-F238E27FC236}">
                <a16:creationId xmlns:a16="http://schemas.microsoft.com/office/drawing/2014/main" id="{C2352A64-4B0B-984B-B33B-94AD74A3B73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84E82B-61DE-AB40-A6AE-48171FB22491}"/>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390173323"/>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0F6729-6AD2-2D43-BF32-7E8CE68753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7065BF7-5C67-2F40-9A4A-82348A2FC11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80DCD2F-98E6-7C43-8636-C16BAC28259C}"/>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5" name="Footer Placeholder 4">
            <a:extLst>
              <a:ext uri="{FF2B5EF4-FFF2-40B4-BE49-F238E27FC236}">
                <a16:creationId xmlns:a16="http://schemas.microsoft.com/office/drawing/2014/main" id="{6B09252E-FEB9-BC4F-8922-019C05DC76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83F5BB1-3726-6641-9F3F-FD61952E9E9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0229742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1F1C75-D54A-F34F-90AA-C8F7E223F0C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9FA77E4-0C1E-284E-8350-6B5721F5D3D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03A4C5F-ED64-C14B-8E79-E98E9AB2C1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DED405B-3ED1-644B-881A-A904ED584EFD}"/>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6" name="Footer Placeholder 5">
            <a:extLst>
              <a:ext uri="{FF2B5EF4-FFF2-40B4-BE49-F238E27FC236}">
                <a16:creationId xmlns:a16="http://schemas.microsoft.com/office/drawing/2014/main" id="{2EC7CB19-2CC8-3E43-8735-849064AB471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D24952C-A5E9-8A46-9602-9EAEE2E6CDC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656298658"/>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A497CC-597B-7A45-8479-B6A8D9EDFF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17FE9AD-4AF3-CA49-8CEE-E5ECFAA9726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8E0ACDE-ACC3-484B-8188-3344B3AA23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A288EBF-F9C4-5345-891A-B8D0E9BA081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118E19B-E311-AD43-96E0-F990D73E9B00}"/>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737C03E-B4DC-B84B-8F32-81AD6FEFA64F}"/>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8" name="Footer Placeholder 7">
            <a:extLst>
              <a:ext uri="{FF2B5EF4-FFF2-40B4-BE49-F238E27FC236}">
                <a16:creationId xmlns:a16="http://schemas.microsoft.com/office/drawing/2014/main" id="{E798CCF3-6249-6B4C-9F2C-B8220B10F2F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827DBEF-6C3E-4F49-9AA9-25F4D0ED4DA9}"/>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94156403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A80A4-22BE-CE4B-951C-84E43A2E72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BEFA9F-094E-844B-B146-8018F693941C}"/>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4" name="Footer Placeholder 3">
            <a:extLst>
              <a:ext uri="{FF2B5EF4-FFF2-40B4-BE49-F238E27FC236}">
                <a16:creationId xmlns:a16="http://schemas.microsoft.com/office/drawing/2014/main" id="{D18FFBAB-9B6B-0949-9413-A1D5C8A464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201D0C-DEDF-3241-8D56-0ED8CDAD090D}"/>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212225172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7D4AEA-FB49-7B43-A8D7-6DCF73EFED98}"/>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3" name="Footer Placeholder 2">
            <a:extLst>
              <a:ext uri="{FF2B5EF4-FFF2-40B4-BE49-F238E27FC236}">
                <a16:creationId xmlns:a16="http://schemas.microsoft.com/office/drawing/2014/main" id="{F87AC87A-8233-904A-A4C3-21F62EFC51B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DE4D83F-9E9B-E043-9925-EBB71DF7407B}"/>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86306221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D7D2E-15DA-B947-92C8-70EEEE0F90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58C49B2-A0AE-7645-9237-C8AF57CFA80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5340312-3DC8-8D47-954C-B69B786A11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B1554B-7E8D-A54F-88D7-3B30BEB02C70}"/>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6" name="Footer Placeholder 5">
            <a:extLst>
              <a:ext uri="{FF2B5EF4-FFF2-40B4-BE49-F238E27FC236}">
                <a16:creationId xmlns:a16="http://schemas.microsoft.com/office/drawing/2014/main" id="{52A6C95B-2886-EB4E-97CA-32B86F5C9A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72A6FED-D869-C24C-8B4D-4456F05AAFA6}"/>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51235122"/>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B0C29-15B3-424F-A769-6E769220E5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43F0A53-30F9-4F42-B64F-B1966DFA3B7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D556C46-EF1B-1044-B8AE-83D3BD0599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06D8C-0F07-DF4C-9B42-7064FE34ED8C}"/>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6" name="Footer Placeholder 5">
            <a:extLst>
              <a:ext uri="{FF2B5EF4-FFF2-40B4-BE49-F238E27FC236}">
                <a16:creationId xmlns:a16="http://schemas.microsoft.com/office/drawing/2014/main" id="{8C2D546B-1409-A546-9DFF-21B5927DE62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077FE8-33EA-534A-877C-6CE61FA85582}"/>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30060837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B5113-E3D8-E842-959C-CF47E210BDC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6A52F2F-3041-7745-BDA1-2799FA0388E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91B9BE6-ADE0-C14E-BFC4-211E7F3F76E2}"/>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5" name="Footer Placeholder 4">
            <a:extLst>
              <a:ext uri="{FF2B5EF4-FFF2-40B4-BE49-F238E27FC236}">
                <a16:creationId xmlns:a16="http://schemas.microsoft.com/office/drawing/2014/main" id="{2A3CB5B5-61B2-6641-A7FE-0503903E615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0AA36F-D4C5-D94B-8C7C-512C1797CF40}"/>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102750410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D92F32-EECC-6448-910E-1CB6BB32FAF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BB955B58-155A-A745-86A5-20ECD92BE2F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27ABDB-F7F7-874C-85C4-6D6BEDBABF35}"/>
              </a:ext>
            </a:extLst>
          </p:cNvPr>
          <p:cNvSpPr>
            <a:spLocks noGrp="1"/>
          </p:cNvSpPr>
          <p:nvPr>
            <p:ph type="dt" sz="half" idx="10"/>
          </p:nvPr>
        </p:nvSpPr>
        <p:spPr/>
        <p:txBody>
          <a:bodyPr/>
          <a:lstStyle/>
          <a:p>
            <a:fld id="{1D269190-6A13-034E-92A6-8400565D510F}" type="datetimeFigureOut">
              <a:rPr lang="en-US" smtClean="0"/>
              <a:t>4/1/2022</a:t>
            </a:fld>
            <a:endParaRPr lang="en-US"/>
          </a:p>
        </p:txBody>
      </p:sp>
      <p:sp>
        <p:nvSpPr>
          <p:cNvPr id="5" name="Footer Placeholder 4">
            <a:extLst>
              <a:ext uri="{FF2B5EF4-FFF2-40B4-BE49-F238E27FC236}">
                <a16:creationId xmlns:a16="http://schemas.microsoft.com/office/drawing/2014/main" id="{15F21BF4-A480-E54F-9C7F-1BF4FACD30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8AF0CDB-457D-2048-AE68-D461B4726FA7}"/>
              </a:ext>
            </a:extLst>
          </p:cNvPr>
          <p:cNvSpPr>
            <a:spLocks noGrp="1"/>
          </p:cNvSpPr>
          <p:nvPr>
            <p:ph type="sldNum" sz="quarter" idx="12"/>
          </p:nvPr>
        </p:nvSpPr>
        <p:spPr/>
        <p:txBody>
          <a:bodyPr/>
          <a:lstStyle/>
          <a:p>
            <a:fld id="{A884FF79-6540-2F4E-9250-0A9D95AD69B6}" type="slidenum">
              <a:rPr lang="en-US" smtClean="0"/>
              <a:t>‹#›</a:t>
            </a:fld>
            <a:endParaRPr lang="en-US"/>
          </a:p>
        </p:txBody>
      </p:sp>
    </p:spTree>
    <p:extLst>
      <p:ext uri="{BB962C8B-B14F-4D97-AF65-F5344CB8AC3E}">
        <p14:creationId xmlns:p14="http://schemas.microsoft.com/office/powerpoint/2010/main" val="4248912611"/>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1_TITLE">
    <p:spTree>
      <p:nvGrpSpPr>
        <p:cNvPr id="1" name=""/>
        <p:cNvGrpSpPr/>
        <p:nvPr/>
      </p:nvGrpSpPr>
      <p:grpSpPr>
        <a:xfrm>
          <a:off x="0" y="0"/>
          <a:ext cx="0" cy="0"/>
          <a:chOff x="0" y="0"/>
          <a:chExt cx="0" cy="0"/>
        </a:xfrm>
      </p:grpSpPr>
      <p:sp>
        <p:nvSpPr>
          <p:cNvPr id="9" name="Prostokąt 10">
            <a:extLst>
              <a:ext uri="{FF2B5EF4-FFF2-40B4-BE49-F238E27FC236}">
                <a16:creationId xmlns:a16="http://schemas.microsoft.com/office/drawing/2014/main" id="{81B15575-45F3-B945-95AE-F5EA7EEB2382}"/>
              </a:ext>
            </a:extLst>
          </p:cNvPr>
          <p:cNvSpPr/>
          <p:nvPr userDrawn="1"/>
        </p:nvSpPr>
        <p:spPr>
          <a:xfrm>
            <a:off x="3870251" y="0"/>
            <a:ext cx="8321749"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3" name="Picture 2">
            <a:extLst>
              <a:ext uri="{FF2B5EF4-FFF2-40B4-BE49-F238E27FC236}">
                <a16:creationId xmlns:a16="http://schemas.microsoft.com/office/drawing/2014/main" id="{4D9E4161-4A00-5044-9128-8CF67E311575}"/>
              </a:ext>
            </a:extLst>
          </p:cNvPr>
          <p:cNvPicPr>
            <a:picLocks noChangeAspect="1"/>
          </p:cNvPicPr>
          <p:nvPr userDrawn="1"/>
        </p:nvPicPr>
        <p:blipFill>
          <a:blip r:embed="rId2"/>
          <a:stretch>
            <a:fillRect/>
          </a:stretch>
        </p:blipFill>
        <p:spPr>
          <a:xfrm>
            <a:off x="6449165" y="5940036"/>
            <a:ext cx="3061754" cy="493831"/>
          </a:xfrm>
          <a:prstGeom prst="rect">
            <a:avLst/>
          </a:prstGeom>
        </p:spPr>
      </p:pic>
      <p:sp>
        <p:nvSpPr>
          <p:cNvPr id="15" name="Title 7"/>
          <p:cNvSpPr>
            <a:spLocks noGrp="1"/>
          </p:cNvSpPr>
          <p:nvPr>
            <p:ph type="title" hasCustomPrompt="1"/>
          </p:nvPr>
        </p:nvSpPr>
        <p:spPr>
          <a:xfrm>
            <a:off x="4852727" y="1392762"/>
            <a:ext cx="6304549" cy="1716778"/>
          </a:xfrm>
          <a:prstGeom prst="rect">
            <a:avLst/>
          </a:prstGeom>
          <a:noFill/>
        </p:spPr>
        <p:txBody>
          <a:bodyPr wrap="square" lIns="90704" tIns="45352" rIns="90704" bIns="45352" rtlCol="0" anchor="ctr" anchorCtr="0">
            <a:spAutoFit/>
          </a:bodyPr>
          <a:lstStyle>
            <a:lvl1pPr algn="ctr">
              <a:defRPr lang="uk-UA" sz="5867" b="1">
                <a:solidFill>
                  <a:schemeClr val="bg1"/>
                </a:solidFill>
                <a:latin typeface="Calibri" charset="0"/>
                <a:ea typeface="Calibri" charset="0"/>
                <a:cs typeface="Calibri" charset="0"/>
              </a:defRPr>
            </a:lvl1pPr>
          </a:lstStyle>
          <a:p>
            <a:pPr marL="0" lvl="0"/>
            <a:r>
              <a:rPr lang="pl-PL" dirty="0"/>
              <a:t>Presentation t</a:t>
            </a:r>
            <a:r>
              <a:rPr lang="en-US" dirty="0" err="1"/>
              <a:t>itle</a:t>
            </a:r>
            <a:r>
              <a:rPr lang="en-US" dirty="0"/>
              <a:t> </a:t>
            </a:r>
            <a:br>
              <a:rPr lang="en-US" dirty="0"/>
            </a:br>
            <a:r>
              <a:rPr lang="en-US" dirty="0"/>
              <a:t>goes here</a:t>
            </a:r>
            <a:endParaRPr lang="uk-UA" dirty="0"/>
          </a:p>
        </p:txBody>
      </p:sp>
      <p:sp>
        <p:nvSpPr>
          <p:cNvPr id="21" name="Symbol zastępczy tekstu 20"/>
          <p:cNvSpPr>
            <a:spLocks noGrp="1"/>
          </p:cNvSpPr>
          <p:nvPr>
            <p:ph type="body" sz="quarter" idx="13" hasCustomPrompt="1"/>
          </p:nvPr>
        </p:nvSpPr>
        <p:spPr>
          <a:xfrm>
            <a:off x="6316701" y="3628193"/>
            <a:ext cx="3304117" cy="1411816"/>
          </a:xfrm>
          <a:prstGeom prst="rect">
            <a:avLst/>
          </a:prstGeom>
        </p:spPr>
        <p:txBody>
          <a:bodyPr lIns="90704" tIns="45352" rIns="90704" bIns="45352" anchor="ctr" anchorCtr="0"/>
          <a:lstStyle>
            <a:lvl1pPr marL="0" indent="0" algn="ctr">
              <a:buFontTx/>
              <a:buNone/>
              <a:defRPr sz="2400" baseline="0">
                <a:solidFill>
                  <a:schemeClr val="bg1"/>
                </a:solidFill>
              </a:defRPr>
            </a:lvl1pPr>
            <a:lvl2pPr marL="453541" indent="0">
              <a:buFontTx/>
              <a:buNone/>
              <a:defRPr sz="2933" baseline="0">
                <a:solidFill>
                  <a:schemeClr val="tx2"/>
                </a:solidFill>
              </a:defRPr>
            </a:lvl2pPr>
            <a:lvl3pPr marL="907083" indent="0">
              <a:buFontTx/>
              <a:buNone/>
              <a:defRPr sz="2933" baseline="0">
                <a:solidFill>
                  <a:schemeClr val="tx2"/>
                </a:solidFill>
              </a:defRPr>
            </a:lvl3pPr>
            <a:lvl4pPr marL="1360625" indent="0">
              <a:buFontTx/>
              <a:buNone/>
              <a:defRPr sz="2933" baseline="0">
                <a:solidFill>
                  <a:schemeClr val="tx2"/>
                </a:solidFill>
              </a:defRPr>
            </a:lvl4pPr>
            <a:lvl5pPr marL="1814167" indent="0">
              <a:buFontTx/>
              <a:buNone/>
              <a:defRPr sz="2933" baseline="0">
                <a:solidFill>
                  <a:schemeClr val="tx2"/>
                </a:solidFill>
              </a:defRPr>
            </a:lvl5pPr>
          </a:lstStyle>
          <a:p>
            <a:pPr lvl="0"/>
            <a:r>
              <a:rPr lang="pl-PL" dirty="0" err="1"/>
              <a:t>Date</a:t>
            </a:r>
            <a:r>
              <a:rPr lang="pl-PL" dirty="0"/>
              <a:t> </a:t>
            </a:r>
            <a:r>
              <a:rPr lang="pl-PL" dirty="0" err="1"/>
              <a:t>goes</a:t>
            </a:r>
            <a:r>
              <a:rPr lang="pl-PL" dirty="0"/>
              <a:t> </a:t>
            </a:r>
            <a:r>
              <a:rPr lang="pl-PL" dirty="0" err="1"/>
              <a:t>here</a:t>
            </a:r>
            <a:endParaRPr lang="pl-PL" dirty="0"/>
          </a:p>
        </p:txBody>
      </p:sp>
      <p:sp>
        <p:nvSpPr>
          <p:cNvPr id="39" name="Picture Placeholder 38">
            <a:extLst>
              <a:ext uri="{FF2B5EF4-FFF2-40B4-BE49-F238E27FC236}">
                <a16:creationId xmlns:a16="http://schemas.microsoft.com/office/drawing/2014/main" id="{22A9AAEC-2B60-954B-96DD-3A14026F3288}"/>
              </a:ext>
            </a:extLst>
          </p:cNvPr>
          <p:cNvSpPr>
            <a:spLocks noGrp="1"/>
          </p:cNvSpPr>
          <p:nvPr>
            <p:ph type="pic" sz="quarter" idx="14"/>
          </p:nvPr>
        </p:nvSpPr>
        <p:spPr>
          <a:xfrm>
            <a:off x="0" y="0"/>
            <a:ext cx="3870325" cy="6858000"/>
          </a:xfrm>
          <a:prstGeom prst="rect">
            <a:avLst/>
          </a:prstGeom>
        </p:spPr>
        <p:txBody>
          <a:bodyPr lIns="90704" tIns="45352" rIns="90704" bIns="45352"/>
          <a:lstStyle/>
          <a:p>
            <a:endParaRPr lang="pl-PL"/>
          </a:p>
        </p:txBody>
      </p:sp>
    </p:spTree>
    <p:extLst>
      <p:ext uri="{BB962C8B-B14F-4D97-AF65-F5344CB8AC3E}">
        <p14:creationId xmlns:p14="http://schemas.microsoft.com/office/powerpoint/2010/main" val="970594112"/>
      </p:ext>
    </p:extLst>
  </p:cSld>
  <p:clrMapOvr>
    <a:masterClrMapping/>
  </p:clrMapOvr>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userDrawn="1">
  <p:cSld name="1_EMPTY WITH TITLE">
    <p:spTree>
      <p:nvGrpSpPr>
        <p:cNvPr id="1" name=""/>
        <p:cNvGrpSpPr/>
        <p:nvPr/>
      </p:nvGrpSpPr>
      <p:grpSpPr>
        <a:xfrm>
          <a:off x="0" y="0"/>
          <a:ext cx="0" cy="0"/>
          <a:chOff x="0" y="0"/>
          <a:chExt cx="0" cy="0"/>
        </a:xfrm>
      </p:grpSpPr>
      <p:sp>
        <p:nvSpPr>
          <p:cNvPr id="7" name="Title 7">
            <a:extLst>
              <a:ext uri="{FF2B5EF4-FFF2-40B4-BE49-F238E27FC236}">
                <a16:creationId xmlns:a16="http://schemas.microsoft.com/office/drawing/2014/main" id="{DCB63A60-0A2F-DB4D-B049-C7C4FF8ED21D}"/>
              </a:ext>
            </a:extLst>
          </p:cNvPr>
          <p:cNvSpPr>
            <a:spLocks noGrp="1"/>
          </p:cNvSpPr>
          <p:nvPr>
            <p:ph type="title" hasCustomPrompt="1"/>
          </p:nvPr>
        </p:nvSpPr>
        <p:spPr>
          <a:xfrm>
            <a:off x="610397" y="546557"/>
            <a:ext cx="10645935" cy="507088"/>
          </a:xfrm>
          <a:prstGeom prst="rect">
            <a:avLst/>
          </a:prstGeom>
          <a:noFill/>
        </p:spPr>
        <p:txBody>
          <a:bodyPr wrap="square" lIns="90704" tIns="45352" rIns="90704" bIns="45352" rtlCol="0" anchor="ctr" anchorCtr="0">
            <a:spAutoFit/>
          </a:bodyPr>
          <a:lstStyle>
            <a:lvl1pPr>
              <a:defRPr lang="uk-UA" sz="3000" b="1">
                <a:latin typeface="Calibri" charset="0"/>
                <a:ea typeface="Calibri" charset="0"/>
                <a:cs typeface="Calibri" charset="0"/>
              </a:defRPr>
            </a:lvl1pPr>
          </a:lstStyle>
          <a:p>
            <a:pPr marL="0" lvl="0"/>
            <a:r>
              <a:rPr lang="en-US" dirty="0"/>
              <a:t>Title goes here</a:t>
            </a:r>
            <a:endParaRPr lang="uk-UA" dirty="0"/>
          </a:p>
        </p:txBody>
      </p:sp>
      <p:cxnSp>
        <p:nvCxnSpPr>
          <p:cNvPr id="13" name="Straight Connector 1">
            <a:extLst>
              <a:ext uri="{FF2B5EF4-FFF2-40B4-BE49-F238E27FC236}">
                <a16:creationId xmlns:a16="http://schemas.microsoft.com/office/drawing/2014/main" id="{CACEC802-F2DC-9F49-B96D-08F142BA932A}"/>
              </a:ext>
            </a:extLst>
          </p:cNvPr>
          <p:cNvCxnSpPr/>
          <p:nvPr userDrawn="1"/>
        </p:nvCxnSpPr>
        <p:spPr>
          <a:xfrm>
            <a:off x="469901" y="457200"/>
            <a:ext cx="0" cy="6858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4">
            <a:extLst>
              <a:ext uri="{FF2B5EF4-FFF2-40B4-BE49-F238E27FC236}">
                <a16:creationId xmlns:a16="http://schemas.microsoft.com/office/drawing/2014/main" id="{53F1C73B-9C31-DB47-9899-36D06AE8543C}"/>
              </a:ext>
            </a:extLst>
          </p:cNvPr>
          <p:cNvCxnSpPr/>
          <p:nvPr userDrawn="1"/>
        </p:nvCxnSpPr>
        <p:spPr>
          <a:xfrm>
            <a:off x="469901" y="6124657"/>
            <a:ext cx="0" cy="495300"/>
          </a:xfrm>
          <a:prstGeom prst="line">
            <a:avLst/>
          </a:prstGeom>
          <a:ln w="63500">
            <a:solidFill>
              <a:srgbClr val="81509B"/>
            </a:solidFill>
            <a:headEnd type="none"/>
            <a:tailEnd type="none"/>
          </a:ln>
        </p:spPr>
        <p:style>
          <a:lnRef idx="1">
            <a:schemeClr val="accent1"/>
          </a:lnRef>
          <a:fillRef idx="0">
            <a:schemeClr val="accent1"/>
          </a:fillRef>
          <a:effectRef idx="0">
            <a:schemeClr val="accent1"/>
          </a:effectRef>
          <a:fontRef idx="minor">
            <a:schemeClr val="tx1"/>
          </a:fontRef>
        </p:style>
      </p:cxnSp>
      <p:pic>
        <p:nvPicPr>
          <p:cNvPr id="20" name="Picture 19">
            <a:extLst>
              <a:ext uri="{FF2B5EF4-FFF2-40B4-BE49-F238E27FC236}">
                <a16:creationId xmlns:a16="http://schemas.microsoft.com/office/drawing/2014/main" id="{45F9D735-6908-534F-80BC-360625B39C36}"/>
              </a:ext>
            </a:extLst>
          </p:cNvPr>
          <p:cNvPicPr>
            <a:picLocks noChangeAspect="1"/>
          </p:cNvPicPr>
          <p:nvPr userDrawn="1"/>
        </p:nvPicPr>
        <p:blipFill>
          <a:blip r:embed="rId2"/>
          <a:stretch>
            <a:fillRect/>
          </a:stretch>
        </p:blipFill>
        <p:spPr>
          <a:xfrm>
            <a:off x="693053" y="6124657"/>
            <a:ext cx="1604152" cy="483664"/>
          </a:xfrm>
          <a:prstGeom prst="rect">
            <a:avLst/>
          </a:prstGeom>
        </p:spPr>
      </p:pic>
      <p:sp>
        <p:nvSpPr>
          <p:cNvPr id="21" name="Prostokąt 6">
            <a:extLst>
              <a:ext uri="{FF2B5EF4-FFF2-40B4-BE49-F238E27FC236}">
                <a16:creationId xmlns:a16="http://schemas.microsoft.com/office/drawing/2014/main" id="{53E3127C-A33F-8C40-A146-CFE425A7D5CC}"/>
              </a:ext>
            </a:extLst>
          </p:cNvPr>
          <p:cNvSpPr/>
          <p:nvPr userDrawn="1"/>
        </p:nvSpPr>
        <p:spPr>
          <a:xfrm>
            <a:off x="11718789" y="0"/>
            <a:ext cx="473211"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pic>
        <p:nvPicPr>
          <p:cNvPr id="22" name="Obraz 9">
            <a:extLst>
              <a:ext uri="{FF2B5EF4-FFF2-40B4-BE49-F238E27FC236}">
                <a16:creationId xmlns:a16="http://schemas.microsoft.com/office/drawing/2014/main" id="{EB4B66BA-85FB-2740-B8B5-E4B5CD2A30CF}"/>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800730" y="200665"/>
            <a:ext cx="342333" cy="377146"/>
          </a:xfrm>
          <a:prstGeom prst="rect">
            <a:avLst/>
          </a:prstGeom>
        </p:spPr>
      </p:pic>
      <p:sp>
        <p:nvSpPr>
          <p:cNvPr id="23" name="Rectangle 22">
            <a:extLst>
              <a:ext uri="{FF2B5EF4-FFF2-40B4-BE49-F238E27FC236}">
                <a16:creationId xmlns:a16="http://schemas.microsoft.com/office/drawing/2014/main" id="{C61A9943-D89F-864D-B1A2-49D9072963BA}"/>
              </a:ext>
            </a:extLst>
          </p:cNvPr>
          <p:cNvSpPr/>
          <p:nvPr userDrawn="1"/>
        </p:nvSpPr>
        <p:spPr>
          <a:xfrm>
            <a:off x="11770366" y="6354321"/>
            <a:ext cx="404248" cy="348383"/>
          </a:xfrm>
          <a:prstGeom prst="rect">
            <a:avLst/>
          </a:prstGeom>
        </p:spPr>
        <p:txBody>
          <a:bodyPr wrap="none" lIns="60469" tIns="30235" rIns="60469" bIns="30235">
            <a:spAutoFit/>
          </a:bodyPr>
          <a:lstStyle/>
          <a:p>
            <a:fld id="{E5B4EB64-54DE-40F8-9354-51A55C032A93}" type="slidenum">
              <a:rPr lang="pl-PL" sz="1867" b="1" smtClean="0">
                <a:solidFill>
                  <a:schemeClr val="bg1"/>
                </a:solidFill>
              </a:rPr>
              <a:pPr/>
              <a:t>‹#›</a:t>
            </a:fld>
            <a:endParaRPr lang="pl-PL" sz="1200"/>
          </a:p>
        </p:txBody>
      </p:sp>
    </p:spTree>
    <p:extLst>
      <p:ext uri="{BB962C8B-B14F-4D97-AF65-F5344CB8AC3E}">
        <p14:creationId xmlns:p14="http://schemas.microsoft.com/office/powerpoint/2010/main" val="205434485"/>
      </p:ext>
    </p:extLst>
  </p:cSld>
  <p:clrMapOvr>
    <a:masterClrMapping/>
  </p:clrMapOvr>
  <p:hf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THANK YOU">
    <p:spTree>
      <p:nvGrpSpPr>
        <p:cNvPr id="1" name=""/>
        <p:cNvGrpSpPr/>
        <p:nvPr/>
      </p:nvGrpSpPr>
      <p:grpSpPr>
        <a:xfrm>
          <a:off x="0" y="0"/>
          <a:ext cx="0" cy="0"/>
          <a:chOff x="0" y="0"/>
          <a:chExt cx="0" cy="0"/>
        </a:xfrm>
      </p:grpSpPr>
      <p:sp>
        <p:nvSpPr>
          <p:cNvPr id="30" name="Prostokąt 10">
            <a:extLst>
              <a:ext uri="{FF2B5EF4-FFF2-40B4-BE49-F238E27FC236}">
                <a16:creationId xmlns:a16="http://schemas.microsoft.com/office/drawing/2014/main" id="{8B9F059C-04F3-8746-914A-2F23F849AB26}"/>
              </a:ext>
            </a:extLst>
          </p:cNvPr>
          <p:cNvSpPr/>
          <p:nvPr/>
        </p:nvSpPr>
        <p:spPr>
          <a:xfrm>
            <a:off x="1" y="0"/>
            <a:ext cx="7088373" cy="6858000"/>
          </a:xfrm>
          <a:prstGeom prst="rect">
            <a:avLst/>
          </a:prstGeom>
          <a:solidFill>
            <a:srgbClr val="8C5AA5"/>
          </a:solidFill>
          <a:ln>
            <a:noFill/>
          </a:ln>
        </p:spPr>
        <p:style>
          <a:lnRef idx="2">
            <a:schemeClr val="accent1">
              <a:shade val="50000"/>
            </a:schemeClr>
          </a:lnRef>
          <a:fillRef idx="1">
            <a:schemeClr val="accent1"/>
          </a:fillRef>
          <a:effectRef idx="0">
            <a:schemeClr val="accent1"/>
          </a:effectRef>
          <a:fontRef idx="minor">
            <a:schemeClr val="lt1"/>
          </a:fontRef>
        </p:style>
        <p:txBody>
          <a:bodyPr lIns="60469" tIns="30235" rIns="60469" bIns="30235" rtlCol="0" anchor="ctr"/>
          <a:lstStyle/>
          <a:p>
            <a:pPr algn="ctr"/>
            <a:endParaRPr lang="pl-PL" sz="1200"/>
          </a:p>
        </p:txBody>
      </p:sp>
      <p:sp>
        <p:nvSpPr>
          <p:cNvPr id="34" name="Picture Placeholder 38">
            <a:extLst>
              <a:ext uri="{FF2B5EF4-FFF2-40B4-BE49-F238E27FC236}">
                <a16:creationId xmlns:a16="http://schemas.microsoft.com/office/drawing/2014/main" id="{C3DEE2CE-5ADA-914A-A6D4-402AC05FF6A9}"/>
              </a:ext>
            </a:extLst>
          </p:cNvPr>
          <p:cNvSpPr>
            <a:spLocks noGrp="1"/>
          </p:cNvSpPr>
          <p:nvPr>
            <p:ph type="pic" sz="quarter" idx="14"/>
          </p:nvPr>
        </p:nvSpPr>
        <p:spPr>
          <a:xfrm>
            <a:off x="7088372" y="0"/>
            <a:ext cx="5103629" cy="6858000"/>
          </a:xfrm>
          <a:prstGeom prst="rect">
            <a:avLst/>
          </a:prstGeom>
        </p:spPr>
        <p:txBody>
          <a:bodyPr/>
          <a:lstStyle/>
          <a:p>
            <a:r>
              <a:rPr lang="en-US"/>
              <a:t>Click icon to add picture</a:t>
            </a:r>
            <a:endParaRPr lang="pl-PL"/>
          </a:p>
        </p:txBody>
      </p:sp>
      <p:pic>
        <p:nvPicPr>
          <p:cNvPr id="27" name="Picture 26">
            <a:extLst>
              <a:ext uri="{FF2B5EF4-FFF2-40B4-BE49-F238E27FC236}">
                <a16:creationId xmlns:a16="http://schemas.microsoft.com/office/drawing/2014/main" id="{9D5E7584-F5F1-A84A-8BA2-03533636A742}"/>
              </a:ext>
            </a:extLst>
          </p:cNvPr>
          <p:cNvPicPr>
            <a:picLocks noChangeAspect="1"/>
          </p:cNvPicPr>
          <p:nvPr/>
        </p:nvPicPr>
        <p:blipFill>
          <a:blip r:embed="rId2"/>
          <a:stretch>
            <a:fillRect/>
          </a:stretch>
        </p:blipFill>
        <p:spPr>
          <a:xfrm>
            <a:off x="1635972" y="5130009"/>
            <a:ext cx="3816431" cy="615554"/>
          </a:xfrm>
          <a:prstGeom prst="rect">
            <a:avLst/>
          </a:prstGeom>
        </p:spPr>
      </p:pic>
      <p:sp>
        <p:nvSpPr>
          <p:cNvPr id="28" name="pole tekstowe 1">
            <a:extLst>
              <a:ext uri="{FF2B5EF4-FFF2-40B4-BE49-F238E27FC236}">
                <a16:creationId xmlns:a16="http://schemas.microsoft.com/office/drawing/2014/main" id="{1EBCD86C-CC45-DE44-BB25-964DCBBDDEA4}"/>
              </a:ext>
            </a:extLst>
          </p:cNvPr>
          <p:cNvSpPr txBox="1"/>
          <p:nvPr/>
        </p:nvSpPr>
        <p:spPr>
          <a:xfrm>
            <a:off x="2125234" y="1944817"/>
            <a:ext cx="3303045" cy="738169"/>
          </a:xfrm>
          <a:prstGeom prst="rect">
            <a:avLst/>
          </a:prstGeom>
          <a:noFill/>
        </p:spPr>
        <p:txBody>
          <a:bodyPr wrap="square" lIns="60469" tIns="30235" rIns="60469" bIns="30235" rtlCol="0">
            <a:spAutoFit/>
          </a:bodyPr>
          <a:lstStyle/>
          <a:p>
            <a:r>
              <a:rPr lang="en-US" sz="4400" b="1">
                <a:solidFill>
                  <a:schemeClr val="bg1"/>
                </a:solidFill>
                <a:latin typeface="+mj-lt"/>
              </a:rPr>
              <a:t>Thank you</a:t>
            </a:r>
            <a:endParaRPr lang="pl-PL" sz="4400" b="1">
              <a:solidFill>
                <a:schemeClr val="bg1"/>
              </a:solidFill>
              <a:latin typeface="+mj-lt"/>
            </a:endParaRPr>
          </a:p>
        </p:txBody>
      </p:sp>
      <p:sp>
        <p:nvSpPr>
          <p:cNvPr id="29" name="pole tekstowe 1">
            <a:extLst>
              <a:ext uri="{FF2B5EF4-FFF2-40B4-BE49-F238E27FC236}">
                <a16:creationId xmlns:a16="http://schemas.microsoft.com/office/drawing/2014/main" id="{C8ECBCAB-DBDC-2F41-A995-8A39A948BEC0}"/>
              </a:ext>
            </a:extLst>
          </p:cNvPr>
          <p:cNvSpPr txBox="1"/>
          <p:nvPr/>
        </p:nvSpPr>
        <p:spPr>
          <a:xfrm>
            <a:off x="2141543" y="2565005"/>
            <a:ext cx="3779161" cy="604927"/>
          </a:xfrm>
          <a:prstGeom prst="rect">
            <a:avLst/>
          </a:prstGeom>
          <a:noFill/>
        </p:spPr>
        <p:txBody>
          <a:bodyPr wrap="square" lIns="60469" tIns="30235" rIns="60469" bIns="30235" rtlCol="0">
            <a:spAutoFit/>
          </a:bodyPr>
          <a:lstStyle/>
          <a:p>
            <a:r>
              <a:rPr lang="pl-PL" sz="3534">
                <a:solidFill>
                  <a:schemeClr val="bg1"/>
                </a:solidFill>
              </a:rPr>
              <a:t>for </a:t>
            </a:r>
            <a:r>
              <a:rPr lang="pl-PL" sz="3534" err="1">
                <a:solidFill>
                  <a:schemeClr val="bg1"/>
                </a:solidFill>
              </a:rPr>
              <a:t>your</a:t>
            </a:r>
            <a:r>
              <a:rPr lang="pl-PL" sz="3534">
                <a:solidFill>
                  <a:schemeClr val="bg1"/>
                </a:solidFill>
              </a:rPr>
              <a:t> </a:t>
            </a:r>
            <a:r>
              <a:rPr lang="pl-PL" sz="3534" err="1">
                <a:solidFill>
                  <a:schemeClr val="bg1"/>
                </a:solidFill>
              </a:rPr>
              <a:t>time</a:t>
            </a:r>
            <a:endParaRPr lang="pl-PL" sz="3534">
              <a:solidFill>
                <a:schemeClr val="bg1"/>
              </a:solidFill>
            </a:endParaRPr>
          </a:p>
        </p:txBody>
      </p:sp>
    </p:spTree>
    <p:extLst>
      <p:ext uri="{BB962C8B-B14F-4D97-AF65-F5344CB8AC3E}">
        <p14:creationId xmlns:p14="http://schemas.microsoft.com/office/powerpoint/2010/main" val="361287458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13" Type="http://schemas.openxmlformats.org/officeDocument/2006/relationships/slideLayout" Target="../slideLayouts/slideLayout35.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slideLayout" Target="../slideLayouts/slideLayout34.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5" Type="http://schemas.openxmlformats.org/officeDocument/2006/relationships/theme" Target="../theme/theme3.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 Id="rId14"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46CE7D5-CF57-46EF-B807-FDD0502418D4}" type="datetimeFigureOut">
              <a:rPr lang="en-US" smtClean="0"/>
              <a:t>4/1/2022</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466C712-857C-479F-92E4-40B878C7C5E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61D3F63-14C7-4531-8378-1960A9B8EF4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4AFB6F-F146-4F56-92FD-AB74944715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5E8533E-0F61-47D6-BCB3-8A2CCAC03F7C}" type="datetimeFigureOut">
              <a:rPr lang="en-US" smtClean="0"/>
              <a:t>4/1/2022</a:t>
            </a:fld>
            <a:endParaRPr lang="en-US"/>
          </a:p>
        </p:txBody>
      </p:sp>
      <p:sp>
        <p:nvSpPr>
          <p:cNvPr id="5" name="Footer Placeholder 4">
            <a:extLst>
              <a:ext uri="{FF2B5EF4-FFF2-40B4-BE49-F238E27FC236}">
                <a16:creationId xmlns:a16="http://schemas.microsoft.com/office/drawing/2014/main" id="{E0D54628-9295-4774-99A6-984D00D1835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7D421E7-D771-4211-94E2-4832E01299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F895D5F-7F3C-49FD-91C0-476A8887DA2D}" type="slidenum">
              <a:rPr lang="en-US" smtClean="0"/>
              <a:t>‹#›</a:t>
            </a:fld>
            <a:endParaRPr lang="en-US"/>
          </a:p>
        </p:txBody>
      </p:sp>
    </p:spTree>
    <p:extLst>
      <p:ext uri="{BB962C8B-B14F-4D97-AF65-F5344CB8AC3E}">
        <p14:creationId xmlns:p14="http://schemas.microsoft.com/office/powerpoint/2010/main" val="1541425783"/>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274BE92-389B-0341-B6CB-DFC753196C8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CCFD36-B6E1-3D46-871A-AE04116A79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D4BFA8-1493-1B43-A896-2DD3D63C9E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269190-6A13-034E-92A6-8400565D510F}" type="datetimeFigureOut">
              <a:rPr lang="en-US" smtClean="0"/>
              <a:t>4/1/2022</a:t>
            </a:fld>
            <a:endParaRPr lang="en-US"/>
          </a:p>
        </p:txBody>
      </p:sp>
      <p:sp>
        <p:nvSpPr>
          <p:cNvPr id="5" name="Footer Placeholder 4">
            <a:extLst>
              <a:ext uri="{FF2B5EF4-FFF2-40B4-BE49-F238E27FC236}">
                <a16:creationId xmlns:a16="http://schemas.microsoft.com/office/drawing/2014/main" id="{3E9602DB-A231-A441-8A07-2D9F5DA8370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3D0D0E97-533E-584C-B315-8B57D75647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884FF79-6540-2F4E-9250-0A9D95AD69B6}" type="slidenum">
              <a:rPr lang="en-US" smtClean="0"/>
              <a:t>‹#›</a:t>
            </a:fld>
            <a:endParaRPr lang="en-US"/>
          </a:p>
        </p:txBody>
      </p:sp>
    </p:spTree>
    <p:extLst>
      <p:ext uri="{BB962C8B-B14F-4D97-AF65-F5344CB8AC3E}">
        <p14:creationId xmlns:p14="http://schemas.microsoft.com/office/powerpoint/2010/main" val="2178062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sandhiya.sakthivel@aspiresystems.biz" TargetMode="External"/><Relationship Id="rId3" Type="http://schemas.openxmlformats.org/officeDocument/2006/relationships/hyperlink" Target="mailto:gowtham.raghavan@aspiresystems.biz" TargetMode="External"/><Relationship Id="rId7" Type="http://schemas.openxmlformats.org/officeDocument/2006/relationships/hyperlink" Target="mailto:venkatesh.malai@aspiresystems.biz" TargetMode="External"/><Relationship Id="rId12" Type="http://schemas.openxmlformats.org/officeDocument/2006/relationships/hyperlink" Target="mailto:irfan.sadiq@aspiresystems.biz" TargetMode="External"/><Relationship Id="rId2" Type="http://schemas.openxmlformats.org/officeDocument/2006/relationships/image" Target="../media/image5.png"/><Relationship Id="rId1" Type="http://schemas.openxmlformats.org/officeDocument/2006/relationships/slideLayout" Target="../slideLayouts/slideLayout12.xml"/><Relationship Id="rId6" Type="http://schemas.openxmlformats.org/officeDocument/2006/relationships/hyperlink" Target="mailto:ponvizhi.uday@aspiresystems.biz" TargetMode="External"/><Relationship Id="rId11" Type="http://schemas.openxmlformats.org/officeDocument/2006/relationships/hyperlink" Target="mailto:sriram.manis@aspiresystems.biz" TargetMode="External"/><Relationship Id="rId5" Type="http://schemas.openxmlformats.org/officeDocument/2006/relationships/hyperlink" Target="mailto:girish.ravi@aspiresystems.biz" TargetMode="External"/><Relationship Id="rId10" Type="http://schemas.openxmlformats.org/officeDocument/2006/relationships/hyperlink" Target="mailto:Ranjith.ramasamy@aspiresystems.biz" TargetMode="External"/><Relationship Id="rId4" Type="http://schemas.openxmlformats.org/officeDocument/2006/relationships/hyperlink" Target="mailto:manimaran.venkat@aspiresystems.biz" TargetMode="External"/><Relationship Id="rId9" Type="http://schemas.openxmlformats.org/officeDocument/2006/relationships/hyperlink" Target="mailto:pooja.Sakthivel@aspiresystems.biz"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5.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ectangle 33">
            <a:extLst>
              <a:ext uri="{FF2B5EF4-FFF2-40B4-BE49-F238E27FC236}">
                <a16:creationId xmlns:a16="http://schemas.microsoft.com/office/drawing/2014/main" id="{E9D4C6A2-4704-483C-8547-C1FE9EFC822A}"/>
              </a:ext>
            </a:extLst>
          </p:cNvPr>
          <p:cNvSpPr/>
          <p:nvPr/>
        </p:nvSpPr>
        <p:spPr>
          <a:xfrm rot="5400000">
            <a:off x="6004965" y="541493"/>
            <a:ext cx="6857999" cy="5775016"/>
          </a:xfrm>
          <a:prstGeom prst="rect">
            <a:avLst/>
          </a:prstGeom>
          <a:solidFill>
            <a:srgbClr val="855AA6"/>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5" name="Picture 44">
            <a:extLst>
              <a:ext uri="{FF2B5EF4-FFF2-40B4-BE49-F238E27FC236}">
                <a16:creationId xmlns:a16="http://schemas.microsoft.com/office/drawing/2014/main" id="{87F5B049-A841-4C9F-8C26-26BD2A3EED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77459" y="5365019"/>
            <a:ext cx="3738078" cy="1281512"/>
          </a:xfrm>
          <a:prstGeom prst="rect">
            <a:avLst/>
          </a:prstGeom>
        </p:spPr>
      </p:pic>
      <p:sp>
        <p:nvSpPr>
          <p:cNvPr id="50" name="TextBox 49">
            <a:extLst>
              <a:ext uri="{FF2B5EF4-FFF2-40B4-BE49-F238E27FC236}">
                <a16:creationId xmlns:a16="http://schemas.microsoft.com/office/drawing/2014/main" id="{0B29CE65-7EF9-42B9-A7AE-8FD3F3896D7F}"/>
              </a:ext>
            </a:extLst>
          </p:cNvPr>
          <p:cNvSpPr txBox="1"/>
          <p:nvPr/>
        </p:nvSpPr>
        <p:spPr>
          <a:xfrm>
            <a:off x="7250464" y="865848"/>
            <a:ext cx="4361607" cy="369332"/>
          </a:xfrm>
          <a:prstGeom prst="rect">
            <a:avLst/>
          </a:prstGeom>
          <a:noFill/>
        </p:spPr>
        <p:txBody>
          <a:bodyPr wrap="square" rtlCol="0">
            <a:spAutoFit/>
          </a:bodyPr>
          <a:lstStyle/>
          <a:p>
            <a:endParaRPr lang="en-US"/>
          </a:p>
        </p:txBody>
      </p:sp>
      <p:sp>
        <p:nvSpPr>
          <p:cNvPr id="7" name="TextBox 1">
            <a:extLst>
              <a:ext uri="{FF2B5EF4-FFF2-40B4-BE49-F238E27FC236}">
                <a16:creationId xmlns:a16="http://schemas.microsoft.com/office/drawing/2014/main" id="{43676789-A9FA-1E76-46EE-BB05CB6B1794}"/>
              </a:ext>
            </a:extLst>
          </p:cNvPr>
          <p:cNvSpPr txBox="1"/>
          <p:nvPr/>
        </p:nvSpPr>
        <p:spPr>
          <a:xfrm>
            <a:off x="7250463" y="916089"/>
            <a:ext cx="4565779" cy="892552"/>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a:solidFill>
                  <a:schemeClr val="bg1"/>
                </a:solidFill>
              </a:rPr>
              <a:t>TEAM AURORA</a:t>
            </a:r>
            <a:endParaRPr lang="en-US" sz="3200">
              <a:solidFill>
                <a:schemeClr val="bg1"/>
              </a:solidFill>
              <a:cs typeface="Calibri"/>
            </a:endParaRPr>
          </a:p>
          <a:p>
            <a:pPr algn="ctr"/>
            <a:r>
              <a:rPr lang="en-US" sz="2000">
                <a:solidFill>
                  <a:schemeClr val="bg1"/>
                </a:solidFill>
              </a:rPr>
              <a:t>“None of us is as smart as all of us”</a:t>
            </a:r>
            <a:endParaRPr lang="en-US" sz="2000">
              <a:solidFill>
                <a:schemeClr val="bg1"/>
              </a:solidFill>
              <a:cs typeface="Calibri"/>
            </a:endParaRPr>
          </a:p>
        </p:txBody>
      </p:sp>
      <p:graphicFrame>
        <p:nvGraphicFramePr>
          <p:cNvPr id="4" name="Table 3">
            <a:extLst>
              <a:ext uri="{FF2B5EF4-FFF2-40B4-BE49-F238E27FC236}">
                <a16:creationId xmlns:a16="http://schemas.microsoft.com/office/drawing/2014/main" id="{044BDC44-DD1E-ED3B-C890-AA5FFCF29527}"/>
              </a:ext>
            </a:extLst>
          </p:cNvPr>
          <p:cNvGraphicFramePr>
            <a:graphicFrameLocks noGrp="1"/>
          </p:cNvGraphicFramePr>
          <p:nvPr>
            <p:extLst>
              <p:ext uri="{D42A27DB-BD31-4B8C-83A1-F6EECF244321}">
                <p14:modId xmlns:p14="http://schemas.microsoft.com/office/powerpoint/2010/main" val="360709130"/>
              </p:ext>
            </p:extLst>
          </p:nvPr>
        </p:nvGraphicFramePr>
        <p:xfrm>
          <a:off x="1" y="6874"/>
          <a:ext cx="2225310" cy="365760"/>
        </p:xfrm>
        <a:graphic>
          <a:graphicData uri="http://schemas.openxmlformats.org/drawingml/2006/table">
            <a:tbl>
              <a:tblPr/>
              <a:tblGrid>
                <a:gridCol w="2225310">
                  <a:extLst>
                    <a:ext uri="{9D8B030D-6E8A-4147-A177-3AD203B41FA5}">
                      <a16:colId xmlns:a16="http://schemas.microsoft.com/office/drawing/2014/main" val="3470225184"/>
                    </a:ext>
                  </a:extLst>
                </a:gridCol>
              </a:tblGrid>
              <a:tr h="331774">
                <a:tc>
                  <a:txBody>
                    <a:bodyPr/>
                    <a:lstStyle/>
                    <a:p>
                      <a:pPr algn="ctr"/>
                      <a:r>
                        <a:rPr lang="en-US">
                          <a:solidFill>
                            <a:schemeClr val="bg1"/>
                          </a:solidFill>
                        </a:rPr>
                        <a:t>TEAM MEMBERS</a:t>
                      </a:r>
                    </a:p>
                  </a:txBody>
                  <a:tcPr>
                    <a:lnL w="12700" cmpd="sng">
                      <a:solidFill>
                        <a:schemeClr val="tx1"/>
                      </a:solidFill>
                      <a:prstDash val="solid"/>
                    </a:lnL>
                    <a:lnR w="12700" cmpd="sng">
                      <a:solidFill>
                        <a:schemeClr val="tx1"/>
                      </a:solidFill>
                      <a:prstDash val="solid"/>
                    </a:lnR>
                    <a:lnT w="12700" cmpd="sng">
                      <a:solidFill>
                        <a:schemeClr val="tx1"/>
                      </a:solidFill>
                      <a:prstDash val="solid"/>
                    </a:lnT>
                    <a:lnB w="12700" cmpd="sng">
                      <a:solidFill>
                        <a:schemeClr val="tx1"/>
                      </a:solidFill>
                      <a:prstDash val="solid"/>
                    </a:lnB>
                    <a:solidFill>
                      <a:srgbClr val="855AA6"/>
                    </a:solidFill>
                  </a:tcPr>
                </a:tc>
                <a:extLst>
                  <a:ext uri="{0D108BD9-81ED-4DB2-BD59-A6C34878D82A}">
                    <a16:rowId xmlns:a16="http://schemas.microsoft.com/office/drawing/2014/main" val="622775791"/>
                  </a:ext>
                </a:extLst>
              </a:tr>
            </a:tbl>
          </a:graphicData>
        </a:graphic>
      </p:graphicFrame>
      <p:sp>
        <p:nvSpPr>
          <p:cNvPr id="5" name="TextBox 4">
            <a:extLst>
              <a:ext uri="{FF2B5EF4-FFF2-40B4-BE49-F238E27FC236}">
                <a16:creationId xmlns:a16="http://schemas.microsoft.com/office/drawing/2014/main" id="{5990C3EB-E65B-27DB-3993-26CB4E1A8397}"/>
              </a:ext>
            </a:extLst>
          </p:cNvPr>
          <p:cNvSpPr txBox="1"/>
          <p:nvPr/>
        </p:nvSpPr>
        <p:spPr>
          <a:xfrm>
            <a:off x="865" y="1620116"/>
            <a:ext cx="6189517"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latin typeface="Times New Roman"/>
                <a:ea typeface="+mn-lt"/>
                <a:cs typeface="+mn-lt"/>
              </a:rPr>
              <a:t>  </a:t>
            </a:r>
            <a:r>
              <a:rPr lang="en-US" dirty="0" err="1">
                <a:latin typeface="Times New Roman"/>
                <a:ea typeface="+mn-lt"/>
                <a:cs typeface="+mn-lt"/>
              </a:rPr>
              <a:t>Gowtham.R</a:t>
            </a:r>
            <a:r>
              <a:rPr lang="en-US" dirty="0">
                <a:latin typeface="Times New Roman"/>
                <a:ea typeface="+mn-lt"/>
                <a:cs typeface="+mn-lt"/>
              </a:rPr>
              <a:t>-  </a:t>
            </a:r>
            <a:r>
              <a:rPr lang="en-US" dirty="0">
                <a:latin typeface="Times New Roman"/>
                <a:ea typeface="+mn-lt"/>
                <a:cs typeface="+mn-lt"/>
                <a:hlinkClick r:id="rId3"/>
              </a:rPr>
              <a:t>gowtham.raghavan@aspiresystems.biz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Manimaran.V</a:t>
            </a:r>
            <a:r>
              <a:rPr lang="en-US" dirty="0">
                <a:latin typeface="Times New Roman"/>
                <a:ea typeface="+mn-lt"/>
                <a:cs typeface="+mn-lt"/>
              </a:rPr>
              <a:t> – </a:t>
            </a:r>
            <a:r>
              <a:rPr lang="en-US" dirty="0">
                <a:latin typeface="Times New Roman"/>
                <a:ea typeface="+mn-lt"/>
                <a:cs typeface="+mn-lt"/>
                <a:hlinkClick r:id="rId4"/>
              </a:rPr>
              <a:t>manimaran.venkat@aspiresystems.biz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Girishkumar</a:t>
            </a:r>
            <a:r>
              <a:rPr lang="en-US" dirty="0">
                <a:latin typeface="Times New Roman"/>
                <a:ea typeface="+mn-lt"/>
                <a:cs typeface="+mn-lt"/>
              </a:rPr>
              <a:t> .R– </a:t>
            </a:r>
            <a:r>
              <a:rPr lang="en-US" dirty="0">
                <a:latin typeface="Times New Roman"/>
                <a:ea typeface="+mn-lt"/>
                <a:cs typeface="+mn-lt"/>
                <a:hlinkClick r:id="rId5"/>
              </a:rPr>
              <a:t>girish.ravi@aspiresystems.biz</a:t>
            </a:r>
            <a:endParaRPr lang="en-US" dirty="0">
              <a:latin typeface="Times New Roman"/>
              <a:ea typeface="+mn-lt"/>
              <a:cs typeface="+mn-lt"/>
            </a:endParaRPr>
          </a:p>
          <a:p>
            <a:r>
              <a:rPr lang="en-US" dirty="0">
                <a:latin typeface="Times New Roman"/>
                <a:ea typeface="+mn-lt"/>
                <a:cs typeface="+mn-lt"/>
              </a:rPr>
              <a:t>  Ponvizhi .U- </a:t>
            </a:r>
            <a:r>
              <a:rPr lang="en-US" dirty="0">
                <a:latin typeface="Times New Roman"/>
                <a:ea typeface="+mn-lt"/>
                <a:cs typeface="+mn-lt"/>
                <a:hlinkClick r:id="rId6"/>
              </a:rPr>
              <a:t>ponvizhi.uday@aspiresystems.biz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Venkateshwaran.M</a:t>
            </a:r>
            <a:r>
              <a:rPr lang="en-US" dirty="0">
                <a:latin typeface="Times New Roman"/>
                <a:ea typeface="+mn-lt"/>
                <a:cs typeface="+mn-lt"/>
              </a:rPr>
              <a:t> – </a:t>
            </a:r>
            <a:r>
              <a:rPr lang="en-US" dirty="0">
                <a:latin typeface="Times New Roman"/>
                <a:ea typeface="+mn-lt"/>
                <a:cs typeface="+mn-lt"/>
                <a:hlinkClick r:id="rId7"/>
              </a:rPr>
              <a:t>venkatesh.malai@aspiresystems.biz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Sandhya.S</a:t>
            </a:r>
            <a:r>
              <a:rPr lang="en-US" dirty="0">
                <a:latin typeface="Times New Roman"/>
                <a:ea typeface="+mn-lt"/>
                <a:cs typeface="+mn-lt"/>
              </a:rPr>
              <a:t> – </a:t>
            </a:r>
            <a:r>
              <a:rPr lang="en-US" dirty="0">
                <a:latin typeface="Times New Roman"/>
                <a:ea typeface="+mn-lt"/>
                <a:cs typeface="+mn-lt"/>
                <a:hlinkClick r:id="rId8"/>
              </a:rPr>
              <a:t>sandhiya.sakthivel@aspiresystems.biz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Pooja.S</a:t>
            </a:r>
            <a:r>
              <a:rPr lang="en-US" dirty="0">
                <a:latin typeface="Times New Roman"/>
                <a:ea typeface="+mn-lt"/>
                <a:cs typeface="+mn-lt"/>
              </a:rPr>
              <a:t> – </a:t>
            </a:r>
            <a:r>
              <a:rPr lang="en-US" dirty="0">
                <a:latin typeface="Times New Roman"/>
                <a:ea typeface="+mn-lt"/>
                <a:cs typeface="+mn-lt"/>
                <a:hlinkClick r:id="rId9"/>
              </a:rPr>
              <a:t>pooja.Sakthivel@aspiresystems.biz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Ranjith.R</a:t>
            </a:r>
            <a:r>
              <a:rPr lang="en-US" dirty="0">
                <a:latin typeface="Times New Roman"/>
                <a:ea typeface="+mn-lt"/>
                <a:cs typeface="+mn-lt"/>
              </a:rPr>
              <a:t> – </a:t>
            </a:r>
            <a:r>
              <a:rPr lang="en-US" dirty="0">
                <a:latin typeface="Times New Roman"/>
                <a:ea typeface="+mn-lt"/>
                <a:cs typeface="+mn-lt"/>
                <a:hlinkClick r:id="rId10"/>
              </a:rPr>
              <a:t>Ranjith.ramasamy@aspiresystems.biz</a:t>
            </a:r>
            <a:endParaRPr lang="en-US" dirty="0">
              <a:latin typeface="Times New Roman"/>
              <a:ea typeface="+mn-lt"/>
              <a:cs typeface="+mn-lt"/>
            </a:endParaRPr>
          </a:p>
          <a:p>
            <a:r>
              <a:rPr lang="en-US" dirty="0">
                <a:latin typeface="Times New Roman"/>
                <a:ea typeface="+mn-lt"/>
                <a:cs typeface="+mn-lt"/>
              </a:rPr>
              <a:t>  </a:t>
            </a:r>
            <a:r>
              <a:rPr lang="en-US" dirty="0" err="1">
                <a:latin typeface="Times New Roman"/>
                <a:ea typeface="+mn-lt"/>
                <a:cs typeface="+mn-lt"/>
              </a:rPr>
              <a:t>Sriram.M</a:t>
            </a:r>
            <a:r>
              <a:rPr lang="en-US" dirty="0">
                <a:latin typeface="Times New Roman"/>
                <a:ea typeface="+mn-lt"/>
                <a:cs typeface="+mn-lt"/>
              </a:rPr>
              <a:t>– </a:t>
            </a:r>
            <a:r>
              <a:rPr lang="en-US" dirty="0">
                <a:latin typeface="Times New Roman"/>
                <a:ea typeface="+mn-lt"/>
                <a:cs typeface="+mn-lt"/>
                <a:hlinkClick r:id="rId11"/>
              </a:rPr>
              <a:t>sriram.manis@aspiresystems.biz</a:t>
            </a:r>
            <a:endParaRPr lang="en-US" dirty="0">
              <a:latin typeface="Times New Roman"/>
              <a:ea typeface="+mn-lt"/>
              <a:cs typeface="+mn-lt"/>
            </a:endParaRPr>
          </a:p>
          <a:p>
            <a:r>
              <a:rPr lang="en-US" dirty="0">
                <a:latin typeface="Times New Roman"/>
                <a:ea typeface="+mn-lt"/>
                <a:cs typeface="+mn-lt"/>
              </a:rPr>
              <a:t>  Mohammed </a:t>
            </a:r>
            <a:r>
              <a:rPr lang="en-US" dirty="0" err="1">
                <a:latin typeface="Times New Roman"/>
                <a:ea typeface="+mn-lt"/>
                <a:cs typeface="+mn-lt"/>
              </a:rPr>
              <a:t>Irfan.S</a:t>
            </a:r>
            <a:r>
              <a:rPr lang="en-US" dirty="0">
                <a:latin typeface="Times New Roman"/>
                <a:ea typeface="+mn-lt"/>
                <a:cs typeface="+mn-lt"/>
              </a:rPr>
              <a:t> - </a:t>
            </a:r>
            <a:r>
              <a:rPr lang="en-US" dirty="0">
                <a:latin typeface="Times New Roman"/>
                <a:ea typeface="+mn-lt"/>
                <a:cs typeface="+mn-lt"/>
                <a:hlinkClick r:id="rId12"/>
              </a:rPr>
              <a:t>irfan.sadiq@aspiresystems.biz</a:t>
            </a:r>
            <a:endParaRPr lang="en-US" dirty="0">
              <a:latin typeface="Times New Roman"/>
              <a:ea typeface="+mn-lt"/>
              <a:cs typeface="+mn-lt"/>
            </a:endParaRPr>
          </a:p>
          <a:p>
            <a:endParaRPr lang="en-US">
              <a:ea typeface="+mn-lt"/>
              <a:cs typeface="+mn-lt"/>
            </a:endParaRPr>
          </a:p>
          <a:p>
            <a:pPr algn="l"/>
            <a:endParaRPr lang="en-US">
              <a:cs typeface="Calibri"/>
            </a:endParaRPr>
          </a:p>
        </p:txBody>
      </p:sp>
      <p:sp>
        <p:nvSpPr>
          <p:cNvPr id="12" name="TextBox 11">
            <a:extLst>
              <a:ext uri="{FF2B5EF4-FFF2-40B4-BE49-F238E27FC236}">
                <a16:creationId xmlns:a16="http://schemas.microsoft.com/office/drawing/2014/main" id="{B154F456-DB9E-733A-9E62-45242186CCD2}"/>
              </a:ext>
            </a:extLst>
          </p:cNvPr>
          <p:cNvSpPr txBox="1"/>
          <p:nvPr/>
        </p:nvSpPr>
        <p:spPr>
          <a:xfrm>
            <a:off x="1243446" y="871105"/>
            <a:ext cx="376497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    </a:t>
            </a:r>
            <a:r>
              <a:rPr lang="en-US" b="1">
                <a:solidFill>
                  <a:srgbClr val="855AA6"/>
                </a:solidFill>
              </a:rPr>
              <a:t>MEMBERS OF TEAM AURORA</a:t>
            </a:r>
            <a:endParaRPr lang="en-US"/>
          </a:p>
        </p:txBody>
      </p:sp>
      <p:sp>
        <p:nvSpPr>
          <p:cNvPr id="2" name="TextBox 1">
            <a:extLst>
              <a:ext uri="{FF2B5EF4-FFF2-40B4-BE49-F238E27FC236}">
                <a16:creationId xmlns:a16="http://schemas.microsoft.com/office/drawing/2014/main" id="{6D79C8C1-C301-292A-DD65-C76BB9E41736}"/>
              </a:ext>
            </a:extLst>
          </p:cNvPr>
          <p:cNvSpPr txBox="1"/>
          <p:nvPr/>
        </p:nvSpPr>
        <p:spPr>
          <a:xfrm>
            <a:off x="7606817" y="3174271"/>
            <a:ext cx="4281432" cy="58477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dirty="0">
                <a:solidFill>
                  <a:schemeClr val="bg1"/>
                </a:solidFill>
                <a:cs typeface="Calibri"/>
              </a:rPr>
              <a:t>Web Request Life Cycle</a:t>
            </a:r>
          </a:p>
        </p:txBody>
      </p:sp>
    </p:spTree>
    <p:extLst>
      <p:ext uri="{BB962C8B-B14F-4D97-AF65-F5344CB8AC3E}">
        <p14:creationId xmlns:p14="http://schemas.microsoft.com/office/powerpoint/2010/main" val="40658530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4197" y="609626"/>
            <a:ext cx="10645935" cy="497791"/>
          </a:xfrm>
        </p:spPr>
        <p:txBody>
          <a:bodyPr/>
          <a:lstStyle/>
          <a:p>
            <a:r>
              <a:rPr lang="en-US" sz="2900" dirty="0">
                <a:latin typeface="Calibri"/>
                <a:cs typeface="Calibri"/>
              </a:rPr>
              <a:t>Web Request</a:t>
            </a:r>
            <a:endParaRPr lang="en-US" sz="2900" dirty="0"/>
          </a:p>
        </p:txBody>
      </p:sp>
      <p:sp>
        <p:nvSpPr>
          <p:cNvPr id="3" name="TextBox 2">
            <a:extLst>
              <a:ext uri="{FF2B5EF4-FFF2-40B4-BE49-F238E27FC236}">
                <a16:creationId xmlns:a16="http://schemas.microsoft.com/office/drawing/2014/main" id="{EF07B40D-D9D7-6B8F-A055-53B3D1817605}"/>
              </a:ext>
            </a:extLst>
          </p:cNvPr>
          <p:cNvSpPr txBox="1"/>
          <p:nvPr/>
        </p:nvSpPr>
        <p:spPr>
          <a:xfrm>
            <a:off x="1362173" y="2574932"/>
            <a:ext cx="883158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mn-lt"/>
                <a:cs typeface="+mn-lt"/>
              </a:rPr>
              <a:t>A web request is </a:t>
            </a:r>
            <a:r>
              <a:rPr lang="en-US" b="1" dirty="0">
                <a:ea typeface="+mn-lt"/>
                <a:cs typeface="+mn-lt"/>
              </a:rPr>
              <a:t>a communicative message that is transmitted between the client, or web browsers, to the servers</a:t>
            </a:r>
            <a:r>
              <a:rPr lang="en-US" dirty="0">
                <a:ea typeface="+mn-lt"/>
                <a:cs typeface="+mn-lt"/>
              </a:rPr>
              <a:t>. This request is essential in providing the user with the correct and preferred webpages that the server will then display on the user's interface.</a:t>
            </a:r>
          </a:p>
        </p:txBody>
      </p:sp>
    </p:spTree>
    <p:extLst>
      <p:ext uri="{BB962C8B-B14F-4D97-AF65-F5344CB8AC3E}">
        <p14:creationId xmlns:p14="http://schemas.microsoft.com/office/powerpoint/2010/main" val="22976048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3" descr="Diagram&#10;&#10;Description automatically generated">
            <a:extLst>
              <a:ext uri="{FF2B5EF4-FFF2-40B4-BE49-F238E27FC236}">
                <a16:creationId xmlns:a16="http://schemas.microsoft.com/office/drawing/2014/main" id="{19FCB8E0-EF8D-B051-F565-364616528789}"/>
              </a:ext>
            </a:extLst>
          </p:cNvPr>
          <p:cNvPicPr>
            <a:picLocks noChangeAspect="1"/>
          </p:cNvPicPr>
          <p:nvPr/>
        </p:nvPicPr>
        <p:blipFill>
          <a:blip r:embed="rId2"/>
          <a:stretch>
            <a:fillRect/>
          </a:stretch>
        </p:blipFill>
        <p:spPr>
          <a:xfrm>
            <a:off x="3228278" y="816580"/>
            <a:ext cx="5363734" cy="5076155"/>
          </a:xfrm>
          <a:prstGeom prst="rect">
            <a:avLst/>
          </a:prstGeom>
        </p:spPr>
      </p:pic>
    </p:spTree>
    <p:extLst>
      <p:ext uri="{BB962C8B-B14F-4D97-AF65-F5344CB8AC3E}">
        <p14:creationId xmlns:p14="http://schemas.microsoft.com/office/powerpoint/2010/main" val="31011264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589A9D8-F7DC-12C9-FA1A-BFF878E01391}"/>
              </a:ext>
            </a:extLst>
          </p:cNvPr>
          <p:cNvSpPr txBox="1"/>
          <p:nvPr/>
        </p:nvSpPr>
        <p:spPr>
          <a:xfrm>
            <a:off x="1564888" y="1620644"/>
            <a:ext cx="8829907" cy="304820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342900" indent="-342900">
              <a:lnSpc>
                <a:spcPct val="200000"/>
              </a:lnSpc>
              <a:buAutoNum type="arabicPeriod"/>
            </a:pPr>
            <a:r>
              <a:rPr lang="en-US" sz="1400" dirty="0"/>
              <a:t>A user types the URL</a:t>
            </a:r>
            <a:endParaRPr lang="en-US" sz="1400" dirty="0">
              <a:cs typeface="Calibri"/>
            </a:endParaRPr>
          </a:p>
          <a:p>
            <a:pPr marL="342900" indent="-342900">
              <a:lnSpc>
                <a:spcPct val="200000"/>
              </a:lnSpc>
              <a:buAutoNum type="arabicPeriod"/>
            </a:pPr>
            <a:r>
              <a:rPr lang="en-US" sz="1400" dirty="0"/>
              <a:t>The browser sends the request and specifications to the server</a:t>
            </a:r>
            <a:endParaRPr lang="en-US" sz="1400" dirty="0">
              <a:cs typeface="Calibri"/>
            </a:endParaRPr>
          </a:p>
          <a:p>
            <a:pPr marL="342900" indent="-342900">
              <a:lnSpc>
                <a:spcPct val="200000"/>
              </a:lnSpc>
              <a:buAutoNum type="arabicPeriod"/>
            </a:pPr>
            <a:r>
              <a:rPr lang="en-US" sz="1400" dirty="0"/>
              <a:t>The server interprets the request, using a route handling function to interact with the database, form the response data, and set the response status</a:t>
            </a:r>
            <a:endParaRPr lang="en-US" sz="1400" dirty="0">
              <a:cs typeface="Calibri"/>
            </a:endParaRPr>
          </a:p>
          <a:p>
            <a:pPr marL="342900" indent="-342900">
              <a:lnSpc>
                <a:spcPct val="200000"/>
              </a:lnSpc>
              <a:buAutoNum type="arabicPeriod"/>
            </a:pPr>
            <a:r>
              <a:rPr lang="en-US" sz="1400" dirty="0"/>
              <a:t>The server sends the response. Something along the lines of 200OK, 304 Created, 401 Unauthorized, or 500 Internal Server Error. These are just some examples of the HTTP response codes that you will be exposed to</a:t>
            </a:r>
            <a:endParaRPr lang="en-US" sz="1400" dirty="0">
              <a:cs typeface="Calibri"/>
            </a:endParaRPr>
          </a:p>
          <a:p>
            <a:pPr marL="342900" indent="-342900">
              <a:lnSpc>
                <a:spcPct val="200000"/>
              </a:lnSpc>
              <a:buAutoNum type="arabicPeriod"/>
            </a:pPr>
            <a:r>
              <a:rPr lang="en-US" sz="1400" dirty="0"/>
              <a:t>Browser Interprets Response and displays data from the server to the client</a:t>
            </a:r>
            <a:endParaRPr lang="en-US" sz="1400" dirty="0">
              <a:cs typeface="Calibri"/>
            </a:endParaRPr>
          </a:p>
        </p:txBody>
      </p:sp>
    </p:spTree>
    <p:extLst>
      <p:ext uri="{BB962C8B-B14F-4D97-AF65-F5344CB8AC3E}">
        <p14:creationId xmlns:p14="http://schemas.microsoft.com/office/powerpoint/2010/main" val="41585028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4" descr="Diagram&#10;&#10;Description automatically generated">
            <a:extLst>
              <a:ext uri="{FF2B5EF4-FFF2-40B4-BE49-F238E27FC236}">
                <a16:creationId xmlns:a16="http://schemas.microsoft.com/office/drawing/2014/main" id="{85D00C6A-21FD-08CF-7A7A-B7A00FC1B419}"/>
              </a:ext>
            </a:extLst>
          </p:cNvPr>
          <p:cNvPicPr>
            <a:picLocks noChangeAspect="1"/>
          </p:cNvPicPr>
          <p:nvPr/>
        </p:nvPicPr>
        <p:blipFill>
          <a:blip r:embed="rId2"/>
          <a:stretch>
            <a:fillRect/>
          </a:stretch>
        </p:blipFill>
        <p:spPr>
          <a:xfrm>
            <a:off x="1434791" y="1105844"/>
            <a:ext cx="9322417" cy="4850749"/>
          </a:xfrm>
          <a:prstGeom prst="rect">
            <a:avLst/>
          </a:prstGeom>
        </p:spPr>
      </p:pic>
    </p:spTree>
    <p:extLst>
      <p:ext uri="{BB962C8B-B14F-4D97-AF65-F5344CB8AC3E}">
        <p14:creationId xmlns:p14="http://schemas.microsoft.com/office/powerpoint/2010/main" val="12851825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5">
            <a:extLst>
              <a:ext uri="{FF2B5EF4-FFF2-40B4-BE49-F238E27FC236}">
                <a16:creationId xmlns:a16="http://schemas.microsoft.com/office/drawing/2014/main" id="{C8D2ABBC-7F98-0B80-6061-F51C056E0E29}"/>
              </a:ext>
            </a:extLst>
          </p:cNvPr>
          <p:cNvPicPr>
            <a:picLocks noGrp="1" noChangeAspect="1"/>
          </p:cNvPicPr>
          <p:nvPr>
            <p:ph type="pic" sz="quarter" idx="14"/>
          </p:nvPr>
        </p:nvPicPr>
        <p:blipFill rotWithShape="1">
          <a:blip r:embed="rId2"/>
          <a:srcRect l="11013" r="11013"/>
          <a:stretch/>
        </p:blipFill>
        <p:spPr>
          <a:xfrm>
            <a:off x="6475055" y="-170772"/>
            <a:ext cx="5716946" cy="7199543"/>
          </a:xfrm>
        </p:spPr>
      </p:pic>
    </p:spTree>
    <p:extLst>
      <p:ext uri="{BB962C8B-B14F-4D97-AF65-F5344CB8AC3E}">
        <p14:creationId xmlns:p14="http://schemas.microsoft.com/office/powerpoint/2010/main" val="96090124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0</Words>
  <Application>Microsoft Office PowerPoint</Application>
  <PresentationFormat>Widescreen</PresentationFormat>
  <Paragraphs>0</Paragraphs>
  <Slides>6</Slides>
  <Notes>1</Notes>
  <HiddenSlides>0</HiddenSlides>
  <MMClips>0</MMClips>
  <ScaleCrop>false</ScaleCrop>
  <HeadingPairs>
    <vt:vector size="4" baseType="variant">
      <vt:variant>
        <vt:lpstr>Theme</vt:lpstr>
      </vt:variant>
      <vt:variant>
        <vt:i4>3</vt:i4>
      </vt:variant>
      <vt:variant>
        <vt:lpstr>Slide Titles</vt:lpstr>
      </vt:variant>
      <vt:variant>
        <vt:i4>6</vt:i4>
      </vt:variant>
    </vt:vector>
  </HeadingPairs>
  <TitlesOfParts>
    <vt:vector size="9" baseType="lpstr">
      <vt:lpstr>office theme</vt:lpstr>
      <vt:lpstr>Office Theme</vt:lpstr>
      <vt:lpstr>Office Theme</vt:lpstr>
      <vt:lpstr>PowerPoint Presentation</vt:lpstr>
      <vt:lpstr>Web Request</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37</cp:revision>
  <dcterms:created xsi:type="dcterms:W3CDTF">2022-04-02T03:36:52Z</dcterms:created>
  <dcterms:modified xsi:type="dcterms:W3CDTF">2022-04-02T03:50:21Z</dcterms:modified>
</cp:coreProperties>
</file>