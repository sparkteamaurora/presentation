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672" r:id="rId2"/>
    <p:sldMasterId id="2147483648" r:id="rId3"/>
  </p:sldMasterIdLst>
  <p:notesMasterIdLst>
    <p:notesMasterId r:id="rId8"/>
  </p:notesMasterIdLst>
  <p:sldIdLst>
    <p:sldId id="257" r:id="rId4"/>
    <p:sldId id="262" r:id="rId5"/>
    <p:sldId id="260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2277B1-DECA-43EA-98EF-D3724DE968B9}" v="48" dt="2022-04-02T04:26:04.588"/>
    <p1510:client id="{B5C22CF3-F65B-466B-BDD3-C87972D25246}" v="132" dt="2022-04-02T03:49:24.8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ndha Murugasamy" userId="8787b0cc0bc9eb6c" providerId="Windows Live" clId="Web-{142277B1-DECA-43EA-98EF-D3724DE968B9}"/>
    <pc:docChg chg="addSld delSld modSld sldOrd">
      <pc:chgData name="Brindha Murugasamy" userId="8787b0cc0bc9eb6c" providerId="Windows Live" clId="Web-{142277B1-DECA-43EA-98EF-D3724DE968B9}" dt="2022-04-02T04:26:04.588" v="43" actId="1076"/>
      <pc:docMkLst>
        <pc:docMk/>
      </pc:docMkLst>
      <pc:sldChg chg="del">
        <pc:chgData name="Brindha Murugasamy" userId="8787b0cc0bc9eb6c" providerId="Windows Live" clId="Web-{142277B1-DECA-43EA-98EF-D3724DE968B9}" dt="2022-04-02T04:20:18.876" v="0"/>
        <pc:sldMkLst>
          <pc:docMk/>
          <pc:sldMk cId="2297604881" sldId="259"/>
        </pc:sldMkLst>
      </pc:sldChg>
      <pc:sldChg chg="modSp add del ord">
        <pc:chgData name="Brindha Murugasamy" userId="8787b0cc0bc9eb6c" providerId="Windows Live" clId="Web-{142277B1-DECA-43EA-98EF-D3724DE968B9}" dt="2022-04-02T04:26:04.588" v="43" actId="1076"/>
        <pc:sldMkLst>
          <pc:docMk/>
          <pc:sldMk cId="4158502805" sldId="262"/>
        </pc:sldMkLst>
        <pc:spChg chg="mod">
          <ac:chgData name="Brindha Murugasamy" userId="8787b0cc0bc9eb6c" providerId="Windows Live" clId="Web-{142277B1-DECA-43EA-98EF-D3724DE968B9}" dt="2022-04-02T04:26:04.588" v="43" actId="1076"/>
          <ac:spMkLst>
            <pc:docMk/>
            <pc:sldMk cId="4158502805" sldId="262"/>
            <ac:spMk id="3" creationId="{B589A9D8-F7DC-12C9-FA1A-BFF878E01391}"/>
          </ac:spMkLst>
        </pc:spChg>
      </pc:sldChg>
      <pc:sldChg chg="del">
        <pc:chgData name="Brindha Murugasamy" userId="8787b0cc0bc9eb6c" providerId="Windows Live" clId="Web-{142277B1-DECA-43EA-98EF-D3724DE968B9}" dt="2022-04-02T04:20:27.642" v="3"/>
        <pc:sldMkLst>
          <pc:docMk/>
          <pc:sldMk cId="1285182584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04C133-A60A-46C0-AE01-AC49693D6ED6}" type="datetimeFigureOut">
              <a:t>4/1/2022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A8C18-702D-43BB-BEC1-4840972C41F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814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FA714-2835-4A48-BCC2-C29C0BC5F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E11406-C609-4B81-B74D-427141F195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95E70-5074-44A3-8B53-F3F108C63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533E-0F61-47D6-BCB3-8A2CCAC03F7C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C52B9-772F-4049-ACA7-65720A66F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791CE-744A-41EE-8633-68D7D2FC6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95D5F-7F3C-49FD-91C0-476A8887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1736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38DA0-B406-4498-9A8E-A790135D8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B096F-C57B-4530-80D2-8F58EF78B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C433D-FE14-4137-953E-50A3B9F2B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533E-0F61-47D6-BCB3-8A2CCAC03F7C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8F154-F7B0-4986-9CA3-ED8317F31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D5D86-BBBC-427A-BAF7-9C7C53884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95D5F-7F3C-49FD-91C0-476A8887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613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488DB-B53C-4B4A-8DC4-F111B8A1E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DB02C7-13A8-4A8B-AEA5-B28C117BC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8D4FE-782B-4C64-B6DD-99E70C6D3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533E-0F61-47D6-BCB3-8A2CCAC03F7C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13E1C-9157-4E47-9451-8CE6DFF60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AF269-2CFC-4481-8FE8-0F1EFF573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95D5F-7F3C-49FD-91C0-476A8887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0247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D49EE-3B59-4F5F-8086-75CD32707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144AC-1BEA-48A5-8DF9-8DA7309006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AB5BA7-6B21-4BA2-BC0A-9B1B7F264E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5AA842-7A98-4ACF-9DE7-187DA01E4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533E-0F61-47D6-BCB3-8A2CCAC03F7C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3C8B99-532C-41EA-833A-C90F25BAB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B84B4D-0DCF-4954-9FA5-E2AB4FE3B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95D5F-7F3C-49FD-91C0-476A8887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2174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6572D-ECDC-4670-AD96-4F570265A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FC1AC-A7F5-4952-B13B-697324CCA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426D54-D2F2-4DA8-81DC-B88F67C5B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884E9D-B094-45FD-8D3B-E1B7BAAA8E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6E6CC8-474C-491F-83D0-5AB4A7A3BB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568F05-C55A-498C-9397-CE223842C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533E-0F61-47D6-BCB3-8A2CCAC03F7C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FAAA4A-0C5A-463B-9DB2-196372046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847B54-08DA-466D-9D22-29307B808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95D5F-7F3C-49FD-91C0-476A8887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9517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F5A84-6DD9-4DFE-8D01-C0BD509E1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7FE369-C4F4-48A3-BAA2-BA2A3558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533E-0F61-47D6-BCB3-8A2CCAC03F7C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72F975-1EEB-44C2-87A7-DDB95EB89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13CA3E-5B74-4D5B-BF59-EAA7AB895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95D5F-7F3C-49FD-91C0-476A8887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6799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B7A9B8-3CC6-4A30-845E-AD95B81D4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533E-0F61-47D6-BCB3-8A2CCAC03F7C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D2D6D3-00CB-49BC-87BA-424808921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ACF291-C6E2-4CF1-B8FD-8729FDEE3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95D5F-7F3C-49FD-91C0-476A8887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4069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C837E-3658-423D-AAB0-EDE686C6F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DC390-49EB-4CE9-ACDA-8A1DF96F6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B5A70E-A4C8-4E27-84E8-6AA0629883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1C88A6-B9F2-41D2-AB95-0443A0B50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533E-0F61-47D6-BCB3-8A2CCAC03F7C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5B77FB-94DE-4F65-8EDF-EAB096D0C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6CB576-2092-4839-B4B8-BB0D272D7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95D5F-7F3C-49FD-91C0-476A8887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2731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FD19-A425-4758-BACC-759FD506B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5E4433-5522-4D28-9332-3D09767B1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D6767D-A22F-477D-8221-2C4D97F3D5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D73B46-9D28-4E8C-B0AA-7642DB9A4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533E-0F61-47D6-BCB3-8A2CCAC03F7C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FD4D31-AD67-4074-9B00-F2F0FE17E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7CCC66-62AC-4E81-B8E4-D0C6DC30E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95D5F-7F3C-49FD-91C0-476A8887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9681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C4C2-7686-4440-90A3-BFF5DDFC2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53B3A6-6C49-47BA-8C8C-6E6E82DC9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DF99D-BCF5-4FCC-B806-8F4AB4EA0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533E-0F61-47D6-BCB3-8A2CCAC03F7C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092FE-1086-4E42-B3B7-80B598EF9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BA2A7-6D53-41DB-B52E-939B28D9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95D5F-7F3C-49FD-91C0-476A8887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7420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B6A2DF-C98E-4E86-B9BA-B8FC920331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CE3061-2DAD-433C-8EE4-DF56A8E04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5D294-FC22-4AAA-BA3C-58230801C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533E-0F61-47D6-BCB3-8A2CCAC03F7C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A5ECB-A95F-428B-969C-37A21A5BE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922BE-6381-4D93-A216-BA7A6437A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95D5F-7F3C-49FD-91C0-476A8887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7894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9FE51-C0F1-1D42-B73F-01C09E056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73BDE6-8AFD-BA43-8892-C61848E76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AA151-AEFE-4049-A258-77C6BC0A3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0802E-607A-4749-A61F-4C33EC607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F85DE-C0B9-FE43-91C7-2864AD327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809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DE1AD-CBAA-4848-8B6D-F630CB5C5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3C08F-67AF-964D-AAF9-97DF2FA0E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B1789-0EB2-9D4F-883E-9D2E70E6F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52A64-4B0B-984B-B33B-94AD74A3B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4E82B-61DE-AB40-A6AE-48171FB22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1733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F6729-6AD2-2D43-BF32-7E8CE6875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065BF7-5C67-2F40-9A4A-82348A2FC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DCD2F-98E6-7C43-8636-C16BAC282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9252E-FEB9-BC4F-8922-019C05DC7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F5BB1-3726-6641-9F3F-FD61952E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2974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F1C75-D54A-F34F-90AA-C8F7E223F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A77E4-0C1E-284E-8350-6B5721F5D3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3A4C5F-ED64-C14B-8E79-E98E9AB2C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ED405B-3ED1-644B-881A-A904ED584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7CB19-2CC8-3E43-8735-849064AB4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24952C-A5E9-8A46-9602-9EAEE2E6C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29865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497CC-597B-7A45-8479-B6A8D9EDF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7FE9AD-4AF3-CA49-8CEE-E5ECFAA97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E0ACDE-ACC3-484B-8188-3344B3AA23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288EBF-F9C4-5345-891A-B8D0E9BA08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18E19B-E311-AD43-96E0-F990D73E9B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37C03E-B4DC-B84B-8F32-81AD6FEFA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98CCF3-6249-6B4C-9F2C-B8220B10F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27DBEF-6C3E-4F49-9AA9-25F4D0ED4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56403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A80A4-22BE-CE4B-951C-84E43A2E7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BEFA9F-094E-844B-B146-8018F6939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FFBAB-9B6B-0949-9413-A1D5C8A46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201D0C-DEDF-3241-8D56-0ED8CDAD0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2517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7D4AEA-FB49-7B43-A8D7-6DCF73EFE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7AC87A-8233-904A-A4C3-21F62EFC5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4D83F-9E9B-E043-9925-EBB71DF74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622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D7D2E-15DA-B947-92C8-70EEEE0F9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C49B2-A0AE-7645-9237-C8AF57CFA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40312-3DC8-8D47-954C-B69B786A11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B1554B-7E8D-A54F-88D7-3B30BEB02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A6C95B-2886-EB4E-97CA-32B86F5C9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2A6FED-D869-C24C-8B4D-4456F05AA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2351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B0C29-15B3-424F-A769-6E769220E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3F0A53-30F9-4F42-B64F-B1966DFA3B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556C46-EF1B-1044-B8AE-83D3BD059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606D8C-0F07-DF4C-9B42-7064FE34E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2D546B-1409-A546-9DFF-21B5927DE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077FE8-33EA-534A-877C-6CE61FA85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6083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B5113-E3D8-E842-959C-CF47E210B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A52F2F-3041-7745-BDA1-2799FA038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B9BE6-ADE0-C14E-BFC4-211E7F3F7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CB5B5-61B2-6641-A7FE-0503903E6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AA36F-D4C5-D94B-8C7C-512C1797C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50410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92F32-EECC-6448-910E-1CB6BB32FA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955B58-155A-A745-86A5-20ECD92BE2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7ABDB-F7F7-874C-85C4-6D6BEDBAB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F21BF4-A480-E54F-9C7F-1BF4FACD3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F0CDB-457D-2048-AE68-D461B4726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9126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rostokąt 10">
            <a:extLst>
              <a:ext uri="{FF2B5EF4-FFF2-40B4-BE49-F238E27FC236}">
                <a16:creationId xmlns:a16="http://schemas.microsoft.com/office/drawing/2014/main" id="{81B15575-45F3-B945-95AE-F5EA7EEB2382}"/>
              </a:ext>
            </a:extLst>
          </p:cNvPr>
          <p:cNvSpPr/>
          <p:nvPr userDrawn="1"/>
        </p:nvSpPr>
        <p:spPr>
          <a:xfrm>
            <a:off x="3870251" y="0"/>
            <a:ext cx="8321749" cy="6858000"/>
          </a:xfrm>
          <a:prstGeom prst="rect">
            <a:avLst/>
          </a:prstGeom>
          <a:solidFill>
            <a:srgbClr val="8C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469" tIns="30235" rIns="60469" bIns="30235" rtlCol="0" anchor="ctr"/>
          <a:lstStyle/>
          <a:p>
            <a:pPr algn="ctr"/>
            <a:endParaRPr lang="pl-PL" sz="12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9E4161-4A00-5044-9128-8CF67E3115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49165" y="5940036"/>
            <a:ext cx="3061754" cy="493831"/>
          </a:xfrm>
          <a:prstGeom prst="rect">
            <a:avLst/>
          </a:prstGeom>
        </p:spPr>
      </p:pic>
      <p:sp>
        <p:nvSpPr>
          <p:cNvPr id="15" name="Title 7"/>
          <p:cNvSpPr>
            <a:spLocks noGrp="1"/>
          </p:cNvSpPr>
          <p:nvPr>
            <p:ph type="title" hasCustomPrompt="1"/>
          </p:nvPr>
        </p:nvSpPr>
        <p:spPr>
          <a:xfrm>
            <a:off x="4852727" y="1392762"/>
            <a:ext cx="6304549" cy="1716778"/>
          </a:xfrm>
          <a:prstGeom prst="rect">
            <a:avLst/>
          </a:prstGeom>
          <a:noFill/>
        </p:spPr>
        <p:txBody>
          <a:bodyPr wrap="square" lIns="90704" tIns="45352" rIns="90704" bIns="45352" rtlCol="0" anchor="ctr" anchorCtr="0">
            <a:spAutoFit/>
          </a:bodyPr>
          <a:lstStyle>
            <a:lvl1pPr algn="ctr">
              <a:defRPr lang="uk-UA" sz="5867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marL="0" lvl="0"/>
            <a:r>
              <a:rPr lang="pl-PL" dirty="0"/>
              <a:t>Presentation t</a:t>
            </a:r>
            <a:r>
              <a:rPr lang="en-US" dirty="0" err="1"/>
              <a:t>itle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goes here</a:t>
            </a:r>
            <a:endParaRPr lang="uk-UA" dirty="0"/>
          </a:p>
        </p:txBody>
      </p:sp>
      <p:sp>
        <p:nvSpPr>
          <p:cNvPr id="21" name="Symbol zastępczy tekstu 20"/>
          <p:cNvSpPr>
            <a:spLocks noGrp="1"/>
          </p:cNvSpPr>
          <p:nvPr>
            <p:ph type="body" sz="quarter" idx="13" hasCustomPrompt="1"/>
          </p:nvPr>
        </p:nvSpPr>
        <p:spPr>
          <a:xfrm>
            <a:off x="6316701" y="3628193"/>
            <a:ext cx="3304117" cy="1411816"/>
          </a:xfrm>
          <a:prstGeom prst="rect">
            <a:avLst/>
          </a:prstGeom>
        </p:spPr>
        <p:txBody>
          <a:bodyPr lIns="90704" tIns="45352" rIns="90704" bIns="45352" anchor="ctr" anchorCtr="0"/>
          <a:lstStyle>
            <a:lvl1pPr marL="0" indent="0" algn="ctr">
              <a:buFontTx/>
              <a:buNone/>
              <a:defRPr sz="2400" baseline="0">
                <a:solidFill>
                  <a:schemeClr val="bg1"/>
                </a:solidFill>
              </a:defRPr>
            </a:lvl1pPr>
            <a:lvl2pPr marL="453541" indent="0">
              <a:buFontTx/>
              <a:buNone/>
              <a:defRPr sz="2933" baseline="0">
                <a:solidFill>
                  <a:schemeClr val="tx2"/>
                </a:solidFill>
              </a:defRPr>
            </a:lvl2pPr>
            <a:lvl3pPr marL="907083" indent="0">
              <a:buFontTx/>
              <a:buNone/>
              <a:defRPr sz="2933" baseline="0">
                <a:solidFill>
                  <a:schemeClr val="tx2"/>
                </a:solidFill>
              </a:defRPr>
            </a:lvl3pPr>
            <a:lvl4pPr marL="1360625" indent="0">
              <a:buFontTx/>
              <a:buNone/>
              <a:defRPr sz="2933" baseline="0">
                <a:solidFill>
                  <a:schemeClr val="tx2"/>
                </a:solidFill>
              </a:defRPr>
            </a:lvl4pPr>
            <a:lvl5pPr marL="1814167" indent="0">
              <a:buFontTx/>
              <a:buNone/>
              <a:defRPr sz="2933"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l-PL" dirty="0" err="1"/>
              <a:t>Date</a:t>
            </a:r>
            <a:r>
              <a:rPr lang="pl-PL" dirty="0"/>
              <a:t> </a:t>
            </a:r>
            <a:r>
              <a:rPr lang="pl-PL" dirty="0" err="1"/>
              <a:t>goes</a:t>
            </a:r>
            <a:r>
              <a:rPr lang="pl-PL" dirty="0"/>
              <a:t> </a:t>
            </a:r>
            <a:r>
              <a:rPr lang="pl-PL" dirty="0" err="1"/>
              <a:t>here</a:t>
            </a:r>
            <a:endParaRPr lang="pl-PL" dirty="0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22A9AAEC-2B60-954B-96DD-3A14026F328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3870325" cy="6858000"/>
          </a:xfrm>
          <a:prstGeom prst="rect">
            <a:avLst/>
          </a:prstGeom>
        </p:spPr>
        <p:txBody>
          <a:bodyPr lIns="90704" tIns="45352" rIns="90704" bIns="45352"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70594112"/>
      </p:ext>
    </p:extLst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MPTY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7">
            <a:extLst>
              <a:ext uri="{FF2B5EF4-FFF2-40B4-BE49-F238E27FC236}">
                <a16:creationId xmlns:a16="http://schemas.microsoft.com/office/drawing/2014/main" id="{DCB63A60-0A2F-DB4D-B049-C7C4FF8ED2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0397" y="546557"/>
            <a:ext cx="10645935" cy="507088"/>
          </a:xfrm>
          <a:prstGeom prst="rect">
            <a:avLst/>
          </a:prstGeom>
          <a:noFill/>
        </p:spPr>
        <p:txBody>
          <a:bodyPr wrap="square" lIns="90704" tIns="45352" rIns="90704" bIns="45352" rtlCol="0" anchor="ctr" anchorCtr="0">
            <a:spAutoFit/>
          </a:bodyPr>
          <a:lstStyle>
            <a:lvl1pPr>
              <a:defRPr lang="uk-UA" sz="3000" b="1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marL="0" lvl="0"/>
            <a:r>
              <a:rPr lang="en-US" dirty="0"/>
              <a:t>Title goes here</a:t>
            </a:r>
            <a:endParaRPr lang="uk-UA" dirty="0"/>
          </a:p>
        </p:txBody>
      </p:sp>
      <p:cxnSp>
        <p:nvCxnSpPr>
          <p:cNvPr id="13" name="Straight Connector 1">
            <a:extLst>
              <a:ext uri="{FF2B5EF4-FFF2-40B4-BE49-F238E27FC236}">
                <a16:creationId xmlns:a16="http://schemas.microsoft.com/office/drawing/2014/main" id="{CACEC802-F2DC-9F49-B96D-08F142BA932A}"/>
              </a:ext>
            </a:extLst>
          </p:cNvPr>
          <p:cNvCxnSpPr/>
          <p:nvPr userDrawn="1"/>
        </p:nvCxnSpPr>
        <p:spPr>
          <a:xfrm>
            <a:off x="469901" y="457200"/>
            <a:ext cx="0" cy="685800"/>
          </a:xfrm>
          <a:prstGeom prst="line">
            <a:avLst/>
          </a:prstGeom>
          <a:ln w="63500">
            <a:solidFill>
              <a:srgbClr val="81509B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4">
            <a:extLst>
              <a:ext uri="{FF2B5EF4-FFF2-40B4-BE49-F238E27FC236}">
                <a16:creationId xmlns:a16="http://schemas.microsoft.com/office/drawing/2014/main" id="{53F1C73B-9C31-DB47-9899-36D06AE8543C}"/>
              </a:ext>
            </a:extLst>
          </p:cNvPr>
          <p:cNvCxnSpPr/>
          <p:nvPr userDrawn="1"/>
        </p:nvCxnSpPr>
        <p:spPr>
          <a:xfrm>
            <a:off x="469901" y="6124657"/>
            <a:ext cx="0" cy="495300"/>
          </a:xfrm>
          <a:prstGeom prst="line">
            <a:avLst/>
          </a:prstGeom>
          <a:ln w="63500">
            <a:solidFill>
              <a:srgbClr val="81509B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45F9D735-6908-534F-80BC-360625B39C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3053" y="6124657"/>
            <a:ext cx="1604152" cy="483664"/>
          </a:xfrm>
          <a:prstGeom prst="rect">
            <a:avLst/>
          </a:prstGeom>
        </p:spPr>
      </p:pic>
      <p:sp>
        <p:nvSpPr>
          <p:cNvPr id="21" name="Prostokąt 6">
            <a:extLst>
              <a:ext uri="{FF2B5EF4-FFF2-40B4-BE49-F238E27FC236}">
                <a16:creationId xmlns:a16="http://schemas.microsoft.com/office/drawing/2014/main" id="{53E3127C-A33F-8C40-A146-CFE425A7D5CC}"/>
              </a:ext>
            </a:extLst>
          </p:cNvPr>
          <p:cNvSpPr/>
          <p:nvPr userDrawn="1"/>
        </p:nvSpPr>
        <p:spPr>
          <a:xfrm>
            <a:off x="11718789" y="0"/>
            <a:ext cx="473211" cy="6858000"/>
          </a:xfrm>
          <a:prstGeom prst="rect">
            <a:avLst/>
          </a:prstGeom>
          <a:solidFill>
            <a:srgbClr val="8C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469" tIns="30235" rIns="60469" bIns="30235" rtlCol="0" anchor="ctr"/>
          <a:lstStyle/>
          <a:p>
            <a:pPr algn="ctr"/>
            <a:endParaRPr lang="pl-PL" sz="1200"/>
          </a:p>
        </p:txBody>
      </p:sp>
      <p:pic>
        <p:nvPicPr>
          <p:cNvPr id="22" name="Obraz 9">
            <a:extLst>
              <a:ext uri="{FF2B5EF4-FFF2-40B4-BE49-F238E27FC236}">
                <a16:creationId xmlns:a16="http://schemas.microsoft.com/office/drawing/2014/main" id="{EB4B66BA-85FB-2740-B8B5-E4B5CD2A30C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0730" y="200665"/>
            <a:ext cx="342333" cy="37714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C61A9943-D89F-864D-B1A2-49D9072963BA}"/>
              </a:ext>
            </a:extLst>
          </p:cNvPr>
          <p:cNvSpPr/>
          <p:nvPr userDrawn="1"/>
        </p:nvSpPr>
        <p:spPr>
          <a:xfrm>
            <a:off x="11770366" y="6354321"/>
            <a:ext cx="404248" cy="348383"/>
          </a:xfrm>
          <a:prstGeom prst="rect">
            <a:avLst/>
          </a:prstGeom>
        </p:spPr>
        <p:txBody>
          <a:bodyPr wrap="none" lIns="60469" tIns="30235" rIns="60469" bIns="30235">
            <a:spAutoFit/>
          </a:bodyPr>
          <a:lstStyle/>
          <a:p>
            <a:fld id="{E5B4EB64-54DE-40F8-9354-51A55C032A93}" type="slidenum">
              <a:rPr lang="pl-PL" sz="1867" b="1" smtClean="0">
                <a:solidFill>
                  <a:schemeClr val="bg1"/>
                </a:solidFill>
              </a:rPr>
              <a:pPr/>
              <a:t>‹#›</a:t>
            </a:fld>
            <a:endParaRPr lang="pl-PL" sz="1200"/>
          </a:p>
        </p:txBody>
      </p:sp>
    </p:spTree>
    <p:extLst>
      <p:ext uri="{BB962C8B-B14F-4D97-AF65-F5344CB8AC3E}">
        <p14:creationId xmlns:p14="http://schemas.microsoft.com/office/powerpoint/2010/main" val="205434485"/>
      </p:ext>
    </p:extLst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rostokąt 10">
            <a:extLst>
              <a:ext uri="{FF2B5EF4-FFF2-40B4-BE49-F238E27FC236}">
                <a16:creationId xmlns:a16="http://schemas.microsoft.com/office/drawing/2014/main" id="{8B9F059C-04F3-8746-914A-2F23F849AB26}"/>
              </a:ext>
            </a:extLst>
          </p:cNvPr>
          <p:cNvSpPr/>
          <p:nvPr/>
        </p:nvSpPr>
        <p:spPr>
          <a:xfrm>
            <a:off x="1" y="0"/>
            <a:ext cx="7088373" cy="6858000"/>
          </a:xfrm>
          <a:prstGeom prst="rect">
            <a:avLst/>
          </a:prstGeom>
          <a:solidFill>
            <a:srgbClr val="8C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469" tIns="30235" rIns="60469" bIns="30235" rtlCol="0" anchor="ctr"/>
          <a:lstStyle/>
          <a:p>
            <a:pPr algn="ctr"/>
            <a:endParaRPr lang="pl-PL" sz="1200"/>
          </a:p>
        </p:txBody>
      </p:sp>
      <p:sp>
        <p:nvSpPr>
          <p:cNvPr id="34" name="Picture Placeholder 38">
            <a:extLst>
              <a:ext uri="{FF2B5EF4-FFF2-40B4-BE49-F238E27FC236}">
                <a16:creationId xmlns:a16="http://schemas.microsoft.com/office/drawing/2014/main" id="{C3DEE2CE-5ADA-914A-A6D4-402AC05FF6A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88372" y="0"/>
            <a:ext cx="5103629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pl-PL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D5E7584-F5F1-A84A-8BA2-03533636A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972" y="5130009"/>
            <a:ext cx="3816431" cy="615554"/>
          </a:xfrm>
          <a:prstGeom prst="rect">
            <a:avLst/>
          </a:prstGeom>
        </p:spPr>
      </p:pic>
      <p:sp>
        <p:nvSpPr>
          <p:cNvPr id="28" name="pole tekstowe 1">
            <a:extLst>
              <a:ext uri="{FF2B5EF4-FFF2-40B4-BE49-F238E27FC236}">
                <a16:creationId xmlns:a16="http://schemas.microsoft.com/office/drawing/2014/main" id="{1EBCD86C-CC45-DE44-BB25-964DCBBDDEA4}"/>
              </a:ext>
            </a:extLst>
          </p:cNvPr>
          <p:cNvSpPr txBox="1"/>
          <p:nvPr/>
        </p:nvSpPr>
        <p:spPr>
          <a:xfrm>
            <a:off x="2125234" y="1944817"/>
            <a:ext cx="3303045" cy="738169"/>
          </a:xfrm>
          <a:prstGeom prst="rect">
            <a:avLst/>
          </a:prstGeom>
          <a:noFill/>
        </p:spPr>
        <p:txBody>
          <a:bodyPr wrap="square" lIns="60469" tIns="30235" rIns="60469" bIns="30235" rtlCol="0">
            <a:spAutoFit/>
          </a:bodyPr>
          <a:lstStyle/>
          <a:p>
            <a:r>
              <a:rPr lang="en-US" sz="4400" b="1">
                <a:solidFill>
                  <a:schemeClr val="bg1"/>
                </a:solidFill>
                <a:latin typeface="+mj-lt"/>
              </a:rPr>
              <a:t>Thank you</a:t>
            </a:r>
            <a:endParaRPr lang="pl-PL" sz="44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9" name="pole tekstowe 1">
            <a:extLst>
              <a:ext uri="{FF2B5EF4-FFF2-40B4-BE49-F238E27FC236}">
                <a16:creationId xmlns:a16="http://schemas.microsoft.com/office/drawing/2014/main" id="{C8ECBCAB-DBDC-2F41-A995-8A39A948BEC0}"/>
              </a:ext>
            </a:extLst>
          </p:cNvPr>
          <p:cNvSpPr txBox="1"/>
          <p:nvPr/>
        </p:nvSpPr>
        <p:spPr>
          <a:xfrm>
            <a:off x="2141543" y="2565005"/>
            <a:ext cx="3779161" cy="604927"/>
          </a:xfrm>
          <a:prstGeom prst="rect">
            <a:avLst/>
          </a:prstGeom>
          <a:noFill/>
        </p:spPr>
        <p:txBody>
          <a:bodyPr wrap="square" lIns="60469" tIns="30235" rIns="60469" bIns="30235" rtlCol="0">
            <a:spAutoFit/>
          </a:bodyPr>
          <a:lstStyle/>
          <a:p>
            <a:r>
              <a:rPr lang="pl-PL" sz="3534">
                <a:solidFill>
                  <a:schemeClr val="bg1"/>
                </a:solidFill>
              </a:rPr>
              <a:t>for </a:t>
            </a:r>
            <a:r>
              <a:rPr lang="pl-PL" sz="3534" err="1">
                <a:solidFill>
                  <a:schemeClr val="bg1"/>
                </a:solidFill>
              </a:rPr>
              <a:t>your</a:t>
            </a:r>
            <a:r>
              <a:rPr lang="pl-PL" sz="3534">
                <a:solidFill>
                  <a:schemeClr val="bg1"/>
                </a:solidFill>
              </a:rPr>
              <a:t> </a:t>
            </a:r>
            <a:r>
              <a:rPr lang="pl-PL" sz="3534" err="1">
                <a:solidFill>
                  <a:schemeClr val="bg1"/>
                </a:solidFill>
              </a:rPr>
              <a:t>time</a:t>
            </a:r>
            <a:endParaRPr lang="pl-PL" sz="3534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287458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66C712-857C-479F-92E4-40B878C7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D3F63-14C7-4531-8378-1960A9B8E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AFB6F-F146-4F56-92FD-AB74944715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8533E-0F61-47D6-BCB3-8A2CCAC03F7C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54628-9295-4774-99A6-984D00D183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421E7-D771-4211-94E2-4832E01299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895D5F-7F3C-49FD-91C0-476A8887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425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74BE92-389B-0341-B6CB-DFC753196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CCFD36-B6E1-3D46-871A-AE04116A7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4BFA8-1493-1B43-A896-2DD3D63C9E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602DB-A231-A441-8A07-2D9F5DA837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D0E97-533E-584C-B315-8B57D75647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062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mailto:sandhiya.sakthivel@aspiresystems.biz" TargetMode="External"/><Relationship Id="rId3" Type="http://schemas.openxmlformats.org/officeDocument/2006/relationships/hyperlink" Target="mailto:gowtham.raghavan@aspiresystems.biz" TargetMode="External"/><Relationship Id="rId7" Type="http://schemas.openxmlformats.org/officeDocument/2006/relationships/hyperlink" Target="mailto:venkatesh.malai@aspiresystems.biz" TargetMode="External"/><Relationship Id="rId12" Type="http://schemas.openxmlformats.org/officeDocument/2006/relationships/hyperlink" Target="mailto:irfan.sadiq@aspiresystems.biz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hyperlink" Target="mailto:ponvizhi.uday@aspiresystems.biz" TargetMode="External"/><Relationship Id="rId11" Type="http://schemas.openxmlformats.org/officeDocument/2006/relationships/hyperlink" Target="mailto:sriram.manis@aspiresystems.biz" TargetMode="External"/><Relationship Id="rId5" Type="http://schemas.openxmlformats.org/officeDocument/2006/relationships/hyperlink" Target="mailto:girish.ravi@aspiresystems.biz" TargetMode="External"/><Relationship Id="rId10" Type="http://schemas.openxmlformats.org/officeDocument/2006/relationships/hyperlink" Target="mailto:Ranjith.ramasamy@aspiresystems.biz" TargetMode="External"/><Relationship Id="rId4" Type="http://schemas.openxmlformats.org/officeDocument/2006/relationships/hyperlink" Target="mailto:manimaran.venkat@aspiresystems.biz" TargetMode="External"/><Relationship Id="rId9" Type="http://schemas.openxmlformats.org/officeDocument/2006/relationships/hyperlink" Target="mailto:pooja.Sakthivel@aspiresystems.biz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E9D4C6A2-4704-483C-8547-C1FE9EFC822A}"/>
              </a:ext>
            </a:extLst>
          </p:cNvPr>
          <p:cNvSpPr/>
          <p:nvPr/>
        </p:nvSpPr>
        <p:spPr>
          <a:xfrm rot="5400000">
            <a:off x="6004965" y="541493"/>
            <a:ext cx="6857999" cy="5775016"/>
          </a:xfrm>
          <a:prstGeom prst="rect">
            <a:avLst/>
          </a:prstGeom>
          <a:solidFill>
            <a:srgbClr val="855AA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87F5B049-A841-4C9F-8C26-26BD2A3EED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7459" y="5365019"/>
            <a:ext cx="3738078" cy="1281512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0B29CE65-7EF9-42B9-A7AE-8FD3F3896D7F}"/>
              </a:ext>
            </a:extLst>
          </p:cNvPr>
          <p:cNvSpPr txBox="1"/>
          <p:nvPr/>
        </p:nvSpPr>
        <p:spPr>
          <a:xfrm>
            <a:off x="7250464" y="865848"/>
            <a:ext cx="4361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43676789-A9FA-1E76-46EE-BB05CB6B1794}"/>
              </a:ext>
            </a:extLst>
          </p:cNvPr>
          <p:cNvSpPr txBox="1"/>
          <p:nvPr/>
        </p:nvSpPr>
        <p:spPr>
          <a:xfrm>
            <a:off x="7250463" y="916089"/>
            <a:ext cx="4565779" cy="8925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>
                <a:solidFill>
                  <a:schemeClr val="bg1"/>
                </a:solidFill>
              </a:rPr>
              <a:t>TEAM AURORA</a:t>
            </a:r>
            <a:endParaRPr lang="en-US" sz="3200">
              <a:solidFill>
                <a:schemeClr val="bg1"/>
              </a:solidFill>
              <a:cs typeface="Calibri"/>
            </a:endParaRPr>
          </a:p>
          <a:p>
            <a:pPr algn="ctr"/>
            <a:r>
              <a:rPr lang="en-US" sz="2000">
                <a:solidFill>
                  <a:schemeClr val="bg1"/>
                </a:solidFill>
              </a:rPr>
              <a:t>“None of us is as smart as all of us”</a:t>
            </a:r>
            <a:endParaRPr lang="en-US" sz="2000">
              <a:solidFill>
                <a:schemeClr val="bg1"/>
              </a:solidFill>
              <a:cs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44BDC44-DD1E-ED3B-C890-AA5FFCF295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09130"/>
              </p:ext>
            </p:extLst>
          </p:nvPr>
        </p:nvGraphicFramePr>
        <p:xfrm>
          <a:off x="1" y="6874"/>
          <a:ext cx="2225310" cy="365760"/>
        </p:xfrm>
        <a:graphic>
          <a:graphicData uri="http://schemas.openxmlformats.org/drawingml/2006/table">
            <a:tbl>
              <a:tblPr/>
              <a:tblGrid>
                <a:gridCol w="2225310">
                  <a:extLst>
                    <a:ext uri="{9D8B030D-6E8A-4147-A177-3AD203B41FA5}">
                      <a16:colId xmlns:a16="http://schemas.microsoft.com/office/drawing/2014/main" val="3470225184"/>
                    </a:ext>
                  </a:extLst>
                </a:gridCol>
              </a:tblGrid>
              <a:tr h="33177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</a:rPr>
                        <a:t>TEAM MEMBERS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855A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77579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990C3EB-E65B-27DB-3993-26CB4E1A8397}"/>
              </a:ext>
            </a:extLst>
          </p:cNvPr>
          <p:cNvSpPr txBox="1"/>
          <p:nvPr/>
        </p:nvSpPr>
        <p:spPr>
          <a:xfrm>
            <a:off x="865" y="1620116"/>
            <a:ext cx="6189517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imes New Roman"/>
                <a:ea typeface="+mn-lt"/>
                <a:cs typeface="+mn-lt"/>
              </a:rPr>
              <a:t>  </a:t>
            </a:r>
            <a:r>
              <a:rPr lang="en-US" dirty="0" err="1">
                <a:latin typeface="Times New Roman"/>
                <a:ea typeface="+mn-lt"/>
                <a:cs typeface="+mn-lt"/>
              </a:rPr>
              <a:t>Gowtham.R</a:t>
            </a:r>
            <a:r>
              <a:rPr lang="en-US" dirty="0">
                <a:latin typeface="Times New Roman"/>
                <a:ea typeface="+mn-lt"/>
                <a:cs typeface="+mn-lt"/>
              </a:rPr>
              <a:t>-  </a:t>
            </a:r>
            <a:r>
              <a:rPr lang="en-US" dirty="0">
                <a:latin typeface="Times New Roman"/>
                <a:ea typeface="+mn-lt"/>
                <a:cs typeface="+mn-lt"/>
                <a:hlinkClick r:id="rId3"/>
              </a:rPr>
              <a:t>gowtham.raghavan@aspiresystems.biz</a:t>
            </a:r>
            <a:endParaRPr lang="en-US" dirty="0">
              <a:latin typeface="Times New Roman"/>
              <a:ea typeface="+mn-lt"/>
              <a:cs typeface="+mn-lt"/>
            </a:endParaRPr>
          </a:p>
          <a:p>
            <a:r>
              <a:rPr lang="en-US" dirty="0">
                <a:latin typeface="Times New Roman"/>
                <a:ea typeface="+mn-lt"/>
                <a:cs typeface="+mn-lt"/>
              </a:rPr>
              <a:t>  </a:t>
            </a:r>
            <a:r>
              <a:rPr lang="en-US" dirty="0" err="1">
                <a:latin typeface="Times New Roman"/>
                <a:ea typeface="+mn-lt"/>
                <a:cs typeface="+mn-lt"/>
              </a:rPr>
              <a:t>Manimaran.V</a:t>
            </a:r>
            <a:r>
              <a:rPr lang="en-US" dirty="0">
                <a:latin typeface="Times New Roman"/>
                <a:ea typeface="+mn-lt"/>
                <a:cs typeface="+mn-lt"/>
              </a:rPr>
              <a:t> – </a:t>
            </a:r>
            <a:r>
              <a:rPr lang="en-US" dirty="0">
                <a:latin typeface="Times New Roman"/>
                <a:ea typeface="+mn-lt"/>
                <a:cs typeface="+mn-lt"/>
                <a:hlinkClick r:id="rId4"/>
              </a:rPr>
              <a:t>manimaran.venkat@aspiresystems.biz</a:t>
            </a:r>
            <a:endParaRPr lang="en-US" dirty="0">
              <a:latin typeface="Times New Roman"/>
              <a:ea typeface="+mn-lt"/>
              <a:cs typeface="+mn-lt"/>
            </a:endParaRPr>
          </a:p>
          <a:p>
            <a:r>
              <a:rPr lang="en-US" dirty="0">
                <a:latin typeface="Times New Roman"/>
                <a:ea typeface="+mn-lt"/>
                <a:cs typeface="+mn-lt"/>
              </a:rPr>
              <a:t>  </a:t>
            </a:r>
            <a:r>
              <a:rPr lang="en-US" dirty="0" err="1">
                <a:latin typeface="Times New Roman"/>
                <a:ea typeface="+mn-lt"/>
                <a:cs typeface="+mn-lt"/>
              </a:rPr>
              <a:t>Girishkumar</a:t>
            </a:r>
            <a:r>
              <a:rPr lang="en-US" dirty="0">
                <a:latin typeface="Times New Roman"/>
                <a:ea typeface="+mn-lt"/>
                <a:cs typeface="+mn-lt"/>
              </a:rPr>
              <a:t> .R– </a:t>
            </a:r>
            <a:r>
              <a:rPr lang="en-US" dirty="0">
                <a:latin typeface="Times New Roman"/>
                <a:ea typeface="+mn-lt"/>
                <a:cs typeface="+mn-lt"/>
                <a:hlinkClick r:id="rId5"/>
              </a:rPr>
              <a:t>girish.ravi@aspiresystems.biz</a:t>
            </a:r>
            <a:endParaRPr lang="en-US" dirty="0">
              <a:latin typeface="Times New Roman"/>
              <a:ea typeface="+mn-lt"/>
              <a:cs typeface="+mn-lt"/>
            </a:endParaRPr>
          </a:p>
          <a:p>
            <a:r>
              <a:rPr lang="en-US" dirty="0">
                <a:latin typeface="Times New Roman"/>
                <a:ea typeface="+mn-lt"/>
                <a:cs typeface="+mn-lt"/>
              </a:rPr>
              <a:t>  Ponvizhi .U- </a:t>
            </a:r>
            <a:r>
              <a:rPr lang="en-US" dirty="0">
                <a:latin typeface="Times New Roman"/>
                <a:ea typeface="+mn-lt"/>
                <a:cs typeface="+mn-lt"/>
                <a:hlinkClick r:id="rId6"/>
              </a:rPr>
              <a:t>ponvizhi.uday@aspiresystems.biz</a:t>
            </a:r>
            <a:endParaRPr lang="en-US" dirty="0">
              <a:latin typeface="Times New Roman"/>
              <a:ea typeface="+mn-lt"/>
              <a:cs typeface="+mn-lt"/>
            </a:endParaRPr>
          </a:p>
          <a:p>
            <a:r>
              <a:rPr lang="en-US" dirty="0">
                <a:latin typeface="Times New Roman"/>
                <a:ea typeface="+mn-lt"/>
                <a:cs typeface="+mn-lt"/>
              </a:rPr>
              <a:t>  </a:t>
            </a:r>
            <a:r>
              <a:rPr lang="en-US" dirty="0" err="1">
                <a:latin typeface="Times New Roman"/>
                <a:ea typeface="+mn-lt"/>
                <a:cs typeface="+mn-lt"/>
              </a:rPr>
              <a:t>Venkateshwaran.M</a:t>
            </a:r>
            <a:r>
              <a:rPr lang="en-US" dirty="0">
                <a:latin typeface="Times New Roman"/>
                <a:ea typeface="+mn-lt"/>
                <a:cs typeface="+mn-lt"/>
              </a:rPr>
              <a:t> – </a:t>
            </a:r>
            <a:r>
              <a:rPr lang="en-US" dirty="0">
                <a:latin typeface="Times New Roman"/>
                <a:ea typeface="+mn-lt"/>
                <a:cs typeface="+mn-lt"/>
                <a:hlinkClick r:id="rId7"/>
              </a:rPr>
              <a:t>venkatesh.malai@aspiresystems.biz</a:t>
            </a:r>
            <a:endParaRPr lang="en-US" dirty="0">
              <a:latin typeface="Times New Roman"/>
              <a:ea typeface="+mn-lt"/>
              <a:cs typeface="+mn-lt"/>
            </a:endParaRPr>
          </a:p>
          <a:p>
            <a:r>
              <a:rPr lang="en-US" dirty="0">
                <a:latin typeface="Times New Roman"/>
                <a:ea typeface="+mn-lt"/>
                <a:cs typeface="+mn-lt"/>
              </a:rPr>
              <a:t>  </a:t>
            </a:r>
            <a:r>
              <a:rPr lang="en-US" dirty="0" err="1">
                <a:latin typeface="Times New Roman"/>
                <a:ea typeface="+mn-lt"/>
                <a:cs typeface="+mn-lt"/>
              </a:rPr>
              <a:t>Sandhya.S</a:t>
            </a:r>
            <a:r>
              <a:rPr lang="en-US" dirty="0">
                <a:latin typeface="Times New Roman"/>
                <a:ea typeface="+mn-lt"/>
                <a:cs typeface="+mn-lt"/>
              </a:rPr>
              <a:t> – </a:t>
            </a:r>
            <a:r>
              <a:rPr lang="en-US" dirty="0">
                <a:latin typeface="Times New Roman"/>
                <a:ea typeface="+mn-lt"/>
                <a:cs typeface="+mn-lt"/>
                <a:hlinkClick r:id="rId8"/>
              </a:rPr>
              <a:t>sandhiya.sakthivel@aspiresystems.biz</a:t>
            </a:r>
            <a:endParaRPr lang="en-US" dirty="0">
              <a:latin typeface="Times New Roman"/>
              <a:ea typeface="+mn-lt"/>
              <a:cs typeface="+mn-lt"/>
            </a:endParaRPr>
          </a:p>
          <a:p>
            <a:r>
              <a:rPr lang="en-US" dirty="0">
                <a:latin typeface="Times New Roman"/>
                <a:ea typeface="+mn-lt"/>
                <a:cs typeface="+mn-lt"/>
              </a:rPr>
              <a:t>  </a:t>
            </a:r>
            <a:r>
              <a:rPr lang="en-US" dirty="0" err="1">
                <a:latin typeface="Times New Roman"/>
                <a:ea typeface="+mn-lt"/>
                <a:cs typeface="+mn-lt"/>
              </a:rPr>
              <a:t>Pooja.S</a:t>
            </a:r>
            <a:r>
              <a:rPr lang="en-US" dirty="0">
                <a:latin typeface="Times New Roman"/>
                <a:ea typeface="+mn-lt"/>
                <a:cs typeface="+mn-lt"/>
              </a:rPr>
              <a:t> – </a:t>
            </a:r>
            <a:r>
              <a:rPr lang="en-US" dirty="0">
                <a:latin typeface="Times New Roman"/>
                <a:ea typeface="+mn-lt"/>
                <a:cs typeface="+mn-lt"/>
                <a:hlinkClick r:id="rId9"/>
              </a:rPr>
              <a:t>pooja.Sakthivel@aspiresystems.biz</a:t>
            </a:r>
            <a:endParaRPr lang="en-US" dirty="0">
              <a:latin typeface="Times New Roman"/>
              <a:ea typeface="+mn-lt"/>
              <a:cs typeface="+mn-lt"/>
            </a:endParaRPr>
          </a:p>
          <a:p>
            <a:r>
              <a:rPr lang="en-US" dirty="0">
                <a:latin typeface="Times New Roman"/>
                <a:ea typeface="+mn-lt"/>
                <a:cs typeface="+mn-lt"/>
              </a:rPr>
              <a:t>  </a:t>
            </a:r>
            <a:r>
              <a:rPr lang="en-US" dirty="0" err="1">
                <a:latin typeface="Times New Roman"/>
                <a:ea typeface="+mn-lt"/>
                <a:cs typeface="+mn-lt"/>
              </a:rPr>
              <a:t>Ranjith.R</a:t>
            </a:r>
            <a:r>
              <a:rPr lang="en-US" dirty="0">
                <a:latin typeface="Times New Roman"/>
                <a:ea typeface="+mn-lt"/>
                <a:cs typeface="+mn-lt"/>
              </a:rPr>
              <a:t> – </a:t>
            </a:r>
            <a:r>
              <a:rPr lang="en-US" dirty="0">
                <a:latin typeface="Times New Roman"/>
                <a:ea typeface="+mn-lt"/>
                <a:cs typeface="+mn-lt"/>
                <a:hlinkClick r:id="rId10"/>
              </a:rPr>
              <a:t>Ranjith.ramasamy@aspiresystems.biz</a:t>
            </a:r>
            <a:endParaRPr lang="en-US" dirty="0">
              <a:latin typeface="Times New Roman"/>
              <a:ea typeface="+mn-lt"/>
              <a:cs typeface="+mn-lt"/>
            </a:endParaRPr>
          </a:p>
          <a:p>
            <a:r>
              <a:rPr lang="en-US" dirty="0">
                <a:latin typeface="Times New Roman"/>
                <a:ea typeface="+mn-lt"/>
                <a:cs typeface="+mn-lt"/>
              </a:rPr>
              <a:t>  </a:t>
            </a:r>
            <a:r>
              <a:rPr lang="en-US" dirty="0" err="1">
                <a:latin typeface="Times New Roman"/>
                <a:ea typeface="+mn-lt"/>
                <a:cs typeface="+mn-lt"/>
              </a:rPr>
              <a:t>Sriram.M</a:t>
            </a:r>
            <a:r>
              <a:rPr lang="en-US" dirty="0">
                <a:latin typeface="Times New Roman"/>
                <a:ea typeface="+mn-lt"/>
                <a:cs typeface="+mn-lt"/>
              </a:rPr>
              <a:t>– </a:t>
            </a:r>
            <a:r>
              <a:rPr lang="en-US" dirty="0">
                <a:latin typeface="Times New Roman"/>
                <a:ea typeface="+mn-lt"/>
                <a:cs typeface="+mn-lt"/>
                <a:hlinkClick r:id="rId11"/>
              </a:rPr>
              <a:t>sriram.manis@aspiresystems.biz</a:t>
            </a:r>
            <a:endParaRPr lang="en-US" dirty="0">
              <a:latin typeface="Times New Roman"/>
              <a:ea typeface="+mn-lt"/>
              <a:cs typeface="+mn-lt"/>
            </a:endParaRPr>
          </a:p>
          <a:p>
            <a:r>
              <a:rPr lang="en-US" dirty="0">
                <a:latin typeface="Times New Roman"/>
                <a:ea typeface="+mn-lt"/>
                <a:cs typeface="+mn-lt"/>
              </a:rPr>
              <a:t>  Mohammed </a:t>
            </a:r>
            <a:r>
              <a:rPr lang="en-US" dirty="0" err="1">
                <a:latin typeface="Times New Roman"/>
                <a:ea typeface="+mn-lt"/>
                <a:cs typeface="+mn-lt"/>
              </a:rPr>
              <a:t>Irfan.S</a:t>
            </a:r>
            <a:r>
              <a:rPr lang="en-US" dirty="0">
                <a:latin typeface="Times New Roman"/>
                <a:ea typeface="+mn-lt"/>
                <a:cs typeface="+mn-lt"/>
              </a:rPr>
              <a:t> - </a:t>
            </a:r>
            <a:r>
              <a:rPr lang="en-US" dirty="0">
                <a:latin typeface="Times New Roman"/>
                <a:ea typeface="+mn-lt"/>
                <a:cs typeface="+mn-lt"/>
                <a:hlinkClick r:id="rId12"/>
              </a:rPr>
              <a:t>irfan.sadiq@aspiresystems.biz</a:t>
            </a:r>
            <a:endParaRPr lang="en-US" dirty="0">
              <a:latin typeface="Times New Roman"/>
              <a:ea typeface="+mn-lt"/>
              <a:cs typeface="+mn-lt"/>
            </a:endParaRPr>
          </a:p>
          <a:p>
            <a:endParaRPr lang="en-US">
              <a:ea typeface="+mn-lt"/>
              <a:cs typeface="+mn-lt"/>
            </a:endParaRPr>
          </a:p>
          <a:p>
            <a:pPr algn="l"/>
            <a:endParaRPr lang="en-US"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54F456-DB9E-733A-9E62-45242186CCD2}"/>
              </a:ext>
            </a:extLst>
          </p:cNvPr>
          <p:cNvSpPr txBox="1"/>
          <p:nvPr/>
        </p:nvSpPr>
        <p:spPr>
          <a:xfrm>
            <a:off x="1243446" y="871105"/>
            <a:ext cx="376497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    </a:t>
            </a:r>
            <a:r>
              <a:rPr lang="en-US" b="1">
                <a:solidFill>
                  <a:srgbClr val="855AA6"/>
                </a:solidFill>
              </a:rPr>
              <a:t>MEMBERS OF TEAM AURORA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79C8C1-C301-292A-DD65-C76BB9E41736}"/>
              </a:ext>
            </a:extLst>
          </p:cNvPr>
          <p:cNvSpPr txBox="1"/>
          <p:nvPr/>
        </p:nvSpPr>
        <p:spPr>
          <a:xfrm>
            <a:off x="7606817" y="3174271"/>
            <a:ext cx="428143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cs typeface="Calibri"/>
              </a:rPr>
              <a:t>Web Request Life Cycle</a:t>
            </a:r>
          </a:p>
        </p:txBody>
      </p:sp>
    </p:spTree>
    <p:extLst>
      <p:ext uri="{BB962C8B-B14F-4D97-AF65-F5344CB8AC3E}">
        <p14:creationId xmlns:p14="http://schemas.microsoft.com/office/powerpoint/2010/main" val="4065853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89A9D8-F7DC-12C9-FA1A-BFF878E01391}"/>
              </a:ext>
            </a:extLst>
          </p:cNvPr>
          <p:cNvSpPr txBox="1"/>
          <p:nvPr/>
        </p:nvSpPr>
        <p:spPr>
          <a:xfrm>
            <a:off x="1542254" y="1386763"/>
            <a:ext cx="8829907" cy="52026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Web Browser submits the request to the server after creating a socket in local progress.</a:t>
            </a:r>
            <a:endParaRPr lang="en-US" sz="1400" dirty="0">
              <a:latin typeface="Times New Roman"/>
              <a:cs typeface="Calibri"/>
            </a:endParaRPr>
          </a:p>
          <a:p>
            <a:pPr>
              <a:buFont typeface="Arial"/>
              <a:buChar char="•"/>
            </a:pPr>
            <a:endParaRPr lang="en-US" sz="14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The http server waits for the request to come on socket i.e. port-80.</a:t>
            </a:r>
            <a:endParaRPr lang="en-US" dirty="0"/>
          </a:p>
          <a:p>
            <a:pPr>
              <a:buFont typeface="Arial"/>
              <a:buChar char="•"/>
            </a:pPr>
            <a:endParaRPr lang="en-US" sz="14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The web browser translates the yahoo.com to an IP address if it does not knows it.</a:t>
            </a:r>
            <a:endParaRPr lang="en-US" dirty="0"/>
          </a:p>
          <a:p>
            <a:pPr>
              <a:buFont typeface="Arial"/>
              <a:buChar char="•"/>
            </a:pPr>
            <a:endParaRPr lang="en-US" sz="14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If the web browser does not recognize the address it contacts a DNS Server to resolve the name.</a:t>
            </a:r>
            <a:endParaRPr lang="en-US" dirty="0"/>
          </a:p>
          <a:p>
            <a:pPr>
              <a:buFont typeface="Arial"/>
              <a:buChar char="•"/>
            </a:pPr>
            <a:endParaRPr lang="en-US" sz="14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The browser will open a TCP connection to the IP address of yahoo.com and send a HTTP GET request over.</a:t>
            </a:r>
            <a:endParaRPr lang="en-US">
              <a:cs typeface="Calibri" panose="020F0502020204030204"/>
            </a:endParaRPr>
          </a:p>
          <a:p>
            <a:pPr>
              <a:buFont typeface="Arial"/>
              <a:buChar char="•"/>
            </a:pPr>
            <a:endParaRPr lang="en-US" sz="14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The request is then submitted to DNS server where IP address is fetched based on domain name.</a:t>
            </a:r>
            <a:endParaRPr lang="en-US" dirty="0"/>
          </a:p>
          <a:p>
            <a:pPr>
              <a:buFont typeface="Arial"/>
              <a:buChar char="•"/>
            </a:pPr>
            <a:endParaRPr lang="en-US" sz="14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Now the request is submitted to Http Server as per HTTP protocol.</a:t>
            </a:r>
            <a:endParaRPr lang="en-US" dirty="0"/>
          </a:p>
          <a:p>
            <a:pPr>
              <a:buFont typeface="Arial"/>
              <a:buChar char="•"/>
            </a:pPr>
            <a:endParaRPr lang="en-US" sz="14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Http server receives the request and shifts the client to another socket.</a:t>
            </a:r>
            <a:endParaRPr lang="en-US">
              <a:cs typeface="Calibri" panose="020F0502020204030204"/>
            </a:endParaRPr>
          </a:p>
          <a:p>
            <a:pPr>
              <a:buFont typeface="Arial"/>
              <a:buChar char="•"/>
            </a:pPr>
            <a:endParaRPr lang="en-US" sz="14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So the socket on port-80 is released to receive request from other clients.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 sz="1400" dirty="0"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Web Browser &amp; server both are connected to each other.</a:t>
            </a:r>
            <a:endParaRPr lang="en-US" dirty="0"/>
          </a:p>
          <a:p>
            <a:pPr>
              <a:buFont typeface="Arial"/>
              <a:buChar char="•"/>
            </a:pPr>
            <a:endParaRPr lang="en-US" sz="14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The server will process the request, renders the response &amp; breaks the connection.</a:t>
            </a:r>
            <a:endParaRPr lang="en-US" dirty="0"/>
          </a:p>
          <a:p>
            <a:pPr>
              <a:buFont typeface="Arial"/>
              <a:buChar char="•"/>
            </a:pPr>
            <a:endParaRPr lang="en-US" sz="1400" dirty="0">
              <a:latin typeface="Times New Roman"/>
              <a:cs typeface="Calibri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endParaRPr lang="en-US" sz="14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58502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Diagram&#10;&#10;Description automatically generated">
            <a:extLst>
              <a:ext uri="{FF2B5EF4-FFF2-40B4-BE49-F238E27FC236}">
                <a16:creationId xmlns:a16="http://schemas.microsoft.com/office/drawing/2014/main" id="{19FCB8E0-EF8D-B051-F565-364616528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278" y="816580"/>
            <a:ext cx="5363734" cy="5076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126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C8D2ABBC-7F98-0B80-6061-F51C056E0E2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/>
          <a:srcRect l="11013" r="11013"/>
          <a:stretch/>
        </p:blipFill>
        <p:spPr>
          <a:xfrm>
            <a:off x="6475055" y="-170772"/>
            <a:ext cx="5716946" cy="7199543"/>
          </a:xfrm>
        </p:spPr>
      </p:pic>
    </p:spTree>
    <p:extLst>
      <p:ext uri="{BB962C8B-B14F-4D97-AF65-F5344CB8AC3E}">
        <p14:creationId xmlns:p14="http://schemas.microsoft.com/office/powerpoint/2010/main" val="960901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51</cp:revision>
  <dcterms:created xsi:type="dcterms:W3CDTF">2022-04-02T03:36:52Z</dcterms:created>
  <dcterms:modified xsi:type="dcterms:W3CDTF">2022-04-02T04:26:06Z</dcterms:modified>
</cp:coreProperties>
</file>